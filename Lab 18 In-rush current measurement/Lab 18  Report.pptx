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0BAF0B-8FFD-44D3-82AE-9F3C6BB323CA}" v="27" dt="2025-10-13T04:48:06.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Abroquah" userId="d13c2c26-2cdf-4ecc-95a2-de6454f49757" providerId="ADAL" clId="{7AECC6F4-6663-4250-8BDB-DF2849F45582}"/>
    <pc:docChg chg="custSel modSld">
      <pc:chgData name="Joseph Abroquah" userId="d13c2c26-2cdf-4ecc-95a2-de6454f49757" providerId="ADAL" clId="{7AECC6F4-6663-4250-8BDB-DF2849F45582}" dt="2025-10-13T04:48:23.765" v="132" actId="478"/>
      <pc:docMkLst>
        <pc:docMk/>
      </pc:docMkLst>
      <pc:sldChg chg="delSp modSp mod">
        <pc:chgData name="Joseph Abroquah" userId="d13c2c26-2cdf-4ecc-95a2-de6454f49757" providerId="ADAL" clId="{7AECC6F4-6663-4250-8BDB-DF2849F45582}" dt="2025-10-13T04:48:22.215" v="131" actId="478"/>
        <pc:sldMkLst>
          <pc:docMk/>
          <pc:sldMk cId="3726653159" sldId="257"/>
        </pc:sldMkLst>
        <pc:spChg chg="mod">
          <ac:chgData name="Joseph Abroquah" userId="d13c2c26-2cdf-4ecc-95a2-de6454f49757" providerId="ADAL" clId="{7AECC6F4-6663-4250-8BDB-DF2849F45582}" dt="2025-10-13T04:31:12.747" v="5" actId="20577"/>
          <ac:spMkLst>
            <pc:docMk/>
            <pc:sldMk cId="3726653159" sldId="257"/>
            <ac:spMk id="2" creationId="{2882BE9B-AD26-B9F1-5256-5E80B0AC4350}"/>
          </ac:spMkLst>
        </pc:spChg>
        <pc:spChg chg="mod">
          <ac:chgData name="Joseph Abroquah" userId="d13c2c26-2cdf-4ecc-95a2-de6454f49757" providerId="ADAL" clId="{7AECC6F4-6663-4250-8BDB-DF2849F45582}" dt="2025-10-13T04:46:35.275" v="83" actId="27636"/>
          <ac:spMkLst>
            <pc:docMk/>
            <pc:sldMk cId="3726653159" sldId="257"/>
            <ac:spMk id="3" creationId="{BE549CF5-CF55-6022-FF40-90810E5FFF69}"/>
          </ac:spMkLst>
        </pc:spChg>
        <pc:spChg chg="mod">
          <ac:chgData name="Joseph Abroquah" userId="d13c2c26-2cdf-4ecc-95a2-de6454f49757" providerId="ADAL" clId="{7AECC6F4-6663-4250-8BDB-DF2849F45582}" dt="2025-10-13T04:32:55.348" v="78" actId="20577"/>
          <ac:spMkLst>
            <pc:docMk/>
            <pc:sldMk cId="3726653159" sldId="257"/>
            <ac:spMk id="5" creationId="{AD53650A-EFB0-74E2-E94B-727B25044C12}"/>
          </ac:spMkLst>
        </pc:spChg>
        <pc:spChg chg="del">
          <ac:chgData name="Joseph Abroquah" userId="d13c2c26-2cdf-4ecc-95a2-de6454f49757" providerId="ADAL" clId="{7AECC6F4-6663-4250-8BDB-DF2849F45582}" dt="2025-10-13T04:45:58.167" v="80" actId="478"/>
          <ac:spMkLst>
            <pc:docMk/>
            <pc:sldMk cId="3726653159" sldId="257"/>
            <ac:spMk id="6" creationId="{2A539AFC-FA34-E866-09C2-0D3FC63ED793}"/>
          </ac:spMkLst>
        </pc:spChg>
        <pc:spChg chg="del">
          <ac:chgData name="Joseph Abroquah" userId="d13c2c26-2cdf-4ecc-95a2-de6454f49757" providerId="ADAL" clId="{7AECC6F4-6663-4250-8BDB-DF2849F45582}" dt="2025-10-13T04:45:58.167" v="80" actId="478"/>
          <ac:spMkLst>
            <pc:docMk/>
            <pc:sldMk cId="3726653159" sldId="257"/>
            <ac:spMk id="7" creationId="{3B7739D4-4FD4-3934-9E96-C464FE98F4F7}"/>
          </ac:spMkLst>
        </pc:spChg>
        <pc:spChg chg="del">
          <ac:chgData name="Joseph Abroquah" userId="d13c2c26-2cdf-4ecc-95a2-de6454f49757" providerId="ADAL" clId="{7AECC6F4-6663-4250-8BDB-DF2849F45582}" dt="2025-10-13T04:45:58.167" v="80" actId="478"/>
          <ac:spMkLst>
            <pc:docMk/>
            <pc:sldMk cId="3726653159" sldId="257"/>
            <ac:spMk id="8" creationId="{08CF76F4-8C25-D9C9-0EE0-C543D80B8D00}"/>
          </ac:spMkLst>
        </pc:spChg>
        <pc:spChg chg="del">
          <ac:chgData name="Joseph Abroquah" userId="d13c2c26-2cdf-4ecc-95a2-de6454f49757" providerId="ADAL" clId="{7AECC6F4-6663-4250-8BDB-DF2849F45582}" dt="2025-10-13T04:45:58.167" v="80" actId="478"/>
          <ac:spMkLst>
            <pc:docMk/>
            <pc:sldMk cId="3726653159" sldId="257"/>
            <ac:spMk id="9" creationId="{9CA96D32-0608-8A77-94E7-ED390E11F6B4}"/>
          </ac:spMkLst>
        </pc:spChg>
        <pc:picChg chg="del">
          <ac:chgData name="Joseph Abroquah" userId="d13c2c26-2cdf-4ecc-95a2-de6454f49757" providerId="ADAL" clId="{7AECC6F4-6663-4250-8BDB-DF2849F45582}" dt="2025-10-13T04:48:22.215" v="131" actId="478"/>
          <ac:picMkLst>
            <pc:docMk/>
            <pc:sldMk cId="3726653159" sldId="257"/>
            <ac:picMk id="4" creationId="{32F2B9E4-E205-E863-9051-6C64913145D4}"/>
          </ac:picMkLst>
        </pc:picChg>
      </pc:sldChg>
      <pc:sldChg chg="delSp modSp mod delAnim modAnim">
        <pc:chgData name="Joseph Abroquah" userId="d13c2c26-2cdf-4ecc-95a2-de6454f49757" providerId="ADAL" clId="{7AECC6F4-6663-4250-8BDB-DF2849F45582}" dt="2025-10-13T04:48:23.765" v="132" actId="478"/>
        <pc:sldMkLst>
          <pc:docMk/>
          <pc:sldMk cId="576262262" sldId="259"/>
        </pc:sldMkLst>
        <pc:spChg chg="mod">
          <ac:chgData name="Joseph Abroquah" userId="d13c2c26-2cdf-4ecc-95a2-de6454f49757" providerId="ADAL" clId="{7AECC6F4-6663-4250-8BDB-DF2849F45582}" dt="2025-10-13T04:47:36.888" v="113" actId="20577"/>
          <ac:spMkLst>
            <pc:docMk/>
            <pc:sldMk cId="576262262" sldId="259"/>
            <ac:spMk id="3" creationId="{BE549CF5-CF55-6022-FF40-90810E5FFF69}"/>
          </ac:spMkLst>
        </pc:spChg>
        <pc:picChg chg="del">
          <ac:chgData name="Joseph Abroquah" userId="d13c2c26-2cdf-4ecc-95a2-de6454f49757" providerId="ADAL" clId="{7AECC6F4-6663-4250-8BDB-DF2849F45582}" dt="2025-10-13T04:48:23.765" v="132" actId="478"/>
          <ac:picMkLst>
            <pc:docMk/>
            <pc:sldMk cId="576262262" sldId="259"/>
            <ac:picMk id="7" creationId="{D137B80E-0737-F2A4-63F1-988FD38CE7EF}"/>
          </ac:picMkLst>
        </pc:picChg>
      </pc:sldChg>
      <pc:sldChg chg="delSp modSp mod delAnim">
        <pc:chgData name="Joseph Abroquah" userId="d13c2c26-2cdf-4ecc-95a2-de6454f49757" providerId="ADAL" clId="{7AECC6F4-6663-4250-8BDB-DF2849F45582}" dt="2025-10-13T04:48:13.952" v="130" actId="1076"/>
        <pc:sldMkLst>
          <pc:docMk/>
          <pc:sldMk cId="233755729" sldId="261"/>
        </pc:sldMkLst>
        <pc:spChg chg="del mod">
          <ac:chgData name="Joseph Abroquah" userId="d13c2c26-2cdf-4ecc-95a2-de6454f49757" providerId="ADAL" clId="{7AECC6F4-6663-4250-8BDB-DF2849F45582}" dt="2025-10-13T04:48:04.661" v="126" actId="478"/>
          <ac:spMkLst>
            <pc:docMk/>
            <pc:sldMk cId="233755729" sldId="261"/>
            <ac:spMk id="12" creationId="{F0487004-3124-ED7A-4B13-5FAE8A398BD1}"/>
          </ac:spMkLst>
        </pc:spChg>
        <pc:spChg chg="del">
          <ac:chgData name="Joseph Abroquah" userId="d13c2c26-2cdf-4ecc-95a2-de6454f49757" providerId="ADAL" clId="{7AECC6F4-6663-4250-8BDB-DF2849F45582}" dt="2025-10-13T04:48:02.516" v="123" actId="478"/>
          <ac:spMkLst>
            <pc:docMk/>
            <pc:sldMk cId="233755729" sldId="261"/>
            <ac:spMk id="13" creationId="{7DBA999B-C125-8AB2-55E6-A195823B803B}"/>
          </ac:spMkLst>
        </pc:spChg>
        <pc:spChg chg="del">
          <ac:chgData name="Joseph Abroquah" userId="d13c2c26-2cdf-4ecc-95a2-de6454f49757" providerId="ADAL" clId="{7AECC6F4-6663-4250-8BDB-DF2849F45582}" dt="2025-10-13T04:47:58.141" v="121" actId="478"/>
          <ac:spMkLst>
            <pc:docMk/>
            <pc:sldMk cId="233755729" sldId="261"/>
            <ac:spMk id="15" creationId="{535CA7F9-E26D-3FCD-023A-A64EAC45E373}"/>
          </ac:spMkLst>
        </pc:spChg>
        <pc:spChg chg="del">
          <ac:chgData name="Joseph Abroquah" userId="d13c2c26-2cdf-4ecc-95a2-de6454f49757" providerId="ADAL" clId="{7AECC6F4-6663-4250-8BDB-DF2849F45582}" dt="2025-10-13T04:47:58.141" v="121" actId="478"/>
          <ac:spMkLst>
            <pc:docMk/>
            <pc:sldMk cId="233755729" sldId="261"/>
            <ac:spMk id="16" creationId="{BE9BC3BB-28CC-2BDF-6300-EF04AC67B5FB}"/>
          </ac:spMkLst>
        </pc:spChg>
        <pc:spChg chg="del">
          <ac:chgData name="Joseph Abroquah" userId="d13c2c26-2cdf-4ecc-95a2-de6454f49757" providerId="ADAL" clId="{7AECC6F4-6663-4250-8BDB-DF2849F45582}" dt="2025-10-13T04:47:58.141" v="121" actId="478"/>
          <ac:spMkLst>
            <pc:docMk/>
            <pc:sldMk cId="233755729" sldId="261"/>
            <ac:spMk id="17" creationId="{4255A9A9-9A2B-E7CD-1F2D-7381BBA06E5D}"/>
          </ac:spMkLst>
        </pc:spChg>
        <pc:spChg chg="del">
          <ac:chgData name="Joseph Abroquah" userId="d13c2c26-2cdf-4ecc-95a2-de6454f49757" providerId="ADAL" clId="{7AECC6F4-6663-4250-8BDB-DF2849F45582}" dt="2025-10-13T04:47:58.141" v="121" actId="478"/>
          <ac:spMkLst>
            <pc:docMk/>
            <pc:sldMk cId="233755729" sldId="261"/>
            <ac:spMk id="21" creationId="{2E0DF2B8-1663-E3A7-790B-A8A4BE91B6B5}"/>
          </ac:spMkLst>
        </pc:spChg>
        <pc:spChg chg="del">
          <ac:chgData name="Joseph Abroquah" userId="d13c2c26-2cdf-4ecc-95a2-de6454f49757" providerId="ADAL" clId="{7AECC6F4-6663-4250-8BDB-DF2849F45582}" dt="2025-10-13T04:47:58.141" v="121" actId="478"/>
          <ac:spMkLst>
            <pc:docMk/>
            <pc:sldMk cId="233755729" sldId="261"/>
            <ac:spMk id="23" creationId="{1DEDB2BD-CE4C-D468-6F8D-E6DD09927ECC}"/>
          </ac:spMkLst>
        </pc:spChg>
        <pc:spChg chg="del">
          <ac:chgData name="Joseph Abroquah" userId="d13c2c26-2cdf-4ecc-95a2-de6454f49757" providerId="ADAL" clId="{7AECC6F4-6663-4250-8BDB-DF2849F45582}" dt="2025-10-13T04:47:58.141" v="121" actId="478"/>
          <ac:spMkLst>
            <pc:docMk/>
            <pc:sldMk cId="233755729" sldId="261"/>
            <ac:spMk id="27" creationId="{1F9B5103-C811-B949-6496-A877376DEDD1}"/>
          </ac:spMkLst>
        </pc:spChg>
        <pc:spChg chg="del">
          <ac:chgData name="Joseph Abroquah" userId="d13c2c26-2cdf-4ecc-95a2-de6454f49757" providerId="ADAL" clId="{7AECC6F4-6663-4250-8BDB-DF2849F45582}" dt="2025-10-13T04:48:03.639" v="124" actId="478"/>
          <ac:spMkLst>
            <pc:docMk/>
            <pc:sldMk cId="233755729" sldId="261"/>
            <ac:spMk id="28" creationId="{2B3C916B-D51A-9FAE-1EF0-8E8CD12DF646}"/>
          </ac:spMkLst>
        </pc:spChg>
        <pc:spChg chg="del">
          <ac:chgData name="Joseph Abroquah" userId="d13c2c26-2cdf-4ecc-95a2-de6454f49757" providerId="ADAL" clId="{7AECC6F4-6663-4250-8BDB-DF2849F45582}" dt="2025-10-13T04:47:58.141" v="121" actId="478"/>
          <ac:spMkLst>
            <pc:docMk/>
            <pc:sldMk cId="233755729" sldId="261"/>
            <ac:spMk id="29" creationId="{F9FC724F-C13B-5292-C179-0D1859EA2D78}"/>
          </ac:spMkLst>
        </pc:spChg>
        <pc:spChg chg="mod">
          <ac:chgData name="Joseph Abroquah" userId="d13c2c26-2cdf-4ecc-95a2-de6454f49757" providerId="ADAL" clId="{7AECC6F4-6663-4250-8BDB-DF2849F45582}" dt="2025-10-13T04:48:13.952" v="130" actId="1076"/>
          <ac:spMkLst>
            <pc:docMk/>
            <pc:sldMk cId="233755729" sldId="261"/>
            <ac:spMk id="30" creationId="{F74F6A8B-3C74-DA12-3279-E8FA76DE8813}"/>
          </ac:spMkLst>
        </pc:spChg>
        <pc:spChg chg="del">
          <ac:chgData name="Joseph Abroquah" userId="d13c2c26-2cdf-4ecc-95a2-de6454f49757" providerId="ADAL" clId="{7AECC6F4-6663-4250-8BDB-DF2849F45582}" dt="2025-10-13T04:47:58.141" v="121" actId="478"/>
          <ac:spMkLst>
            <pc:docMk/>
            <pc:sldMk cId="233755729" sldId="261"/>
            <ac:spMk id="31" creationId="{50D08D70-9B0E-C4CD-9578-1DEFEF62A951}"/>
          </ac:spMkLst>
        </pc:spChg>
        <pc:spChg chg="del">
          <ac:chgData name="Joseph Abroquah" userId="d13c2c26-2cdf-4ecc-95a2-de6454f49757" providerId="ADAL" clId="{7AECC6F4-6663-4250-8BDB-DF2849F45582}" dt="2025-10-13T04:47:58.141" v="121" actId="478"/>
          <ac:spMkLst>
            <pc:docMk/>
            <pc:sldMk cId="233755729" sldId="261"/>
            <ac:spMk id="32" creationId="{94BCA448-B35E-EFEF-F623-D23CAF8EBBF8}"/>
          </ac:spMkLst>
        </pc:spChg>
        <pc:spChg chg="del">
          <ac:chgData name="Joseph Abroquah" userId="d13c2c26-2cdf-4ecc-95a2-de6454f49757" providerId="ADAL" clId="{7AECC6F4-6663-4250-8BDB-DF2849F45582}" dt="2025-10-13T04:47:58.141" v="121" actId="478"/>
          <ac:spMkLst>
            <pc:docMk/>
            <pc:sldMk cId="233755729" sldId="261"/>
            <ac:spMk id="33" creationId="{DEB95FBA-5B86-1F69-E0DB-2C74ED7B560F}"/>
          </ac:spMkLst>
        </pc:spChg>
        <pc:graphicFrameChg chg="del">
          <ac:chgData name="Joseph Abroquah" userId="d13c2c26-2cdf-4ecc-95a2-de6454f49757" providerId="ADAL" clId="{7AECC6F4-6663-4250-8BDB-DF2849F45582}" dt="2025-10-13T04:48:00.566" v="122" actId="478"/>
          <ac:graphicFrameMkLst>
            <pc:docMk/>
            <pc:sldMk cId="233755729" sldId="261"/>
            <ac:graphicFrameMk id="3" creationId="{15FD34ED-ACAD-6E73-F7A4-44501F6BACB6}"/>
          </ac:graphicFrameMkLst>
        </pc:graphicFrameChg>
        <pc:graphicFrameChg chg="del modGraphic">
          <ac:chgData name="Joseph Abroquah" userId="d13c2c26-2cdf-4ecc-95a2-de6454f49757" providerId="ADAL" clId="{7AECC6F4-6663-4250-8BDB-DF2849F45582}" dt="2025-10-13T04:48:00.566" v="122" actId="478"/>
          <ac:graphicFrameMkLst>
            <pc:docMk/>
            <pc:sldMk cId="233755729" sldId="261"/>
            <ac:graphicFrameMk id="4" creationId="{82372512-E18B-0F7A-6956-9A77562482A5}"/>
          </ac:graphicFrameMkLst>
        </pc:graphicFrameChg>
        <pc:graphicFrameChg chg="del">
          <ac:chgData name="Joseph Abroquah" userId="d13c2c26-2cdf-4ecc-95a2-de6454f49757" providerId="ADAL" clId="{7AECC6F4-6663-4250-8BDB-DF2849F45582}" dt="2025-10-13T04:48:00.566" v="122" actId="478"/>
          <ac:graphicFrameMkLst>
            <pc:docMk/>
            <pc:sldMk cId="233755729" sldId="261"/>
            <ac:graphicFrameMk id="5" creationId="{3B750DDE-E44A-DD69-BD62-D0411930B205}"/>
          </ac:graphicFrameMkLst>
        </pc:graphicFrameChg>
        <pc:picChg chg="del">
          <ac:chgData name="Joseph Abroquah" userId="d13c2c26-2cdf-4ecc-95a2-de6454f49757" providerId="ADAL" clId="{7AECC6F4-6663-4250-8BDB-DF2849F45582}" dt="2025-10-13T04:47:52.728" v="116" actId="478"/>
          <ac:picMkLst>
            <pc:docMk/>
            <pc:sldMk cId="233755729" sldId="261"/>
            <ac:picMk id="35" creationId="{17D7F0FC-9D6C-A046-9D93-EC6B8FA3A981}"/>
          </ac:picMkLst>
        </pc:picChg>
        <pc:picChg chg="del">
          <ac:chgData name="Joseph Abroquah" userId="d13c2c26-2cdf-4ecc-95a2-de6454f49757" providerId="ADAL" clId="{7AECC6F4-6663-4250-8BDB-DF2849F45582}" dt="2025-10-13T04:47:51.688" v="114" actId="478"/>
          <ac:picMkLst>
            <pc:docMk/>
            <pc:sldMk cId="233755729" sldId="261"/>
            <ac:picMk id="38" creationId="{33E363F4-F7D9-CB81-BE17-11D3D1F858B4}"/>
          </ac:picMkLst>
        </pc:picChg>
        <pc:picChg chg="del">
          <ac:chgData name="Joseph Abroquah" userId="d13c2c26-2cdf-4ecc-95a2-de6454f49757" providerId="ADAL" clId="{7AECC6F4-6663-4250-8BDB-DF2849F45582}" dt="2025-10-13T04:47:52.273" v="115" actId="478"/>
          <ac:picMkLst>
            <pc:docMk/>
            <pc:sldMk cId="233755729" sldId="261"/>
            <ac:picMk id="40" creationId="{0C244519-2E6D-3241-6804-AF5BEA1F80E0}"/>
          </ac:picMkLst>
        </pc:picChg>
        <pc:picChg chg="del">
          <ac:chgData name="Joseph Abroquah" userId="d13c2c26-2cdf-4ecc-95a2-de6454f49757" providerId="ADAL" clId="{7AECC6F4-6663-4250-8BDB-DF2849F45582}" dt="2025-10-13T04:47:53.264" v="117" actId="478"/>
          <ac:picMkLst>
            <pc:docMk/>
            <pc:sldMk cId="233755729" sldId="261"/>
            <ac:picMk id="42" creationId="{8AFCB972-6413-B076-89E9-CBCA3FA3D295}"/>
          </ac:picMkLst>
        </pc:picChg>
        <pc:picChg chg="del">
          <ac:chgData name="Joseph Abroquah" userId="d13c2c26-2cdf-4ecc-95a2-de6454f49757" providerId="ADAL" clId="{7AECC6F4-6663-4250-8BDB-DF2849F45582}" dt="2025-10-13T04:47:53.696" v="118" actId="478"/>
          <ac:picMkLst>
            <pc:docMk/>
            <pc:sldMk cId="233755729" sldId="261"/>
            <ac:picMk id="45" creationId="{AF821FF7-DFFD-64F2-E3CB-B73E771C6CD8}"/>
          </ac:picMkLst>
        </pc:picChg>
        <pc:picChg chg="del">
          <ac:chgData name="Joseph Abroquah" userId="d13c2c26-2cdf-4ecc-95a2-de6454f49757" providerId="ADAL" clId="{7AECC6F4-6663-4250-8BDB-DF2849F45582}" dt="2025-10-13T04:47:54.350" v="119" actId="478"/>
          <ac:picMkLst>
            <pc:docMk/>
            <pc:sldMk cId="233755729" sldId="261"/>
            <ac:picMk id="49" creationId="{D98EE3D6-9145-3DCC-DA8A-30505B2B8F6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14575-FB9C-5F59-BD62-F3B9985324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21851D-FF54-8EAA-433D-618D271D20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CE78CC-F46A-FBF2-F5E8-0DD1940F853A}"/>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5" name="Footer Placeholder 4">
            <a:extLst>
              <a:ext uri="{FF2B5EF4-FFF2-40B4-BE49-F238E27FC236}">
                <a16:creationId xmlns:a16="http://schemas.microsoft.com/office/drawing/2014/main" id="{1124F9C2-AF41-F836-C3A6-0E485201C3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35B1B5-E57F-FF0B-D356-EFDF6779181E}"/>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404082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0C4E-3EEF-E4E6-C665-FFF48D69C5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6EF8A8-A383-1067-B9B9-033FB43AE9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30599-5A4D-7B6A-C618-481F7C6A6090}"/>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5" name="Footer Placeholder 4">
            <a:extLst>
              <a:ext uri="{FF2B5EF4-FFF2-40B4-BE49-F238E27FC236}">
                <a16:creationId xmlns:a16="http://schemas.microsoft.com/office/drawing/2014/main" id="{66EADD4B-42E1-B1FB-1D42-85ABE351C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C81B6-BF3B-CAFF-2685-ED3465278F7D}"/>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194079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30629-640D-6EB3-B427-BF009A7AB3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1B73F-614D-D3A8-4BF5-FE04221AD5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F5472D-E9DC-5DFC-4892-590CB08B58C6}"/>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5" name="Footer Placeholder 4">
            <a:extLst>
              <a:ext uri="{FF2B5EF4-FFF2-40B4-BE49-F238E27FC236}">
                <a16:creationId xmlns:a16="http://schemas.microsoft.com/office/drawing/2014/main" id="{7A57431C-F7E5-ECAE-B76E-47CA05C76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4888D0-9A44-5388-E8EA-4BC48883F427}"/>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286950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CC2F-C555-1F12-782F-36382E2E8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3E054-4CF8-5E78-BD58-553B1A20A6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972309-7401-D902-62AB-99B91568D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73834-0B87-73C7-E42D-1F69267C4544}"/>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6" name="Footer Placeholder 5">
            <a:extLst>
              <a:ext uri="{FF2B5EF4-FFF2-40B4-BE49-F238E27FC236}">
                <a16:creationId xmlns:a16="http://schemas.microsoft.com/office/drawing/2014/main" id="{C2491E08-5A88-A4EB-D375-3AD51C10F9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99AB1A-AADA-B181-5CF0-389D372B5070}"/>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298977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92ED-FE74-FB99-A820-E5E71F22AF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A09C23-DD46-853A-B765-E30A0BA432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881773-56E5-EC47-C3C7-615E84819F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4B7FB2-8727-C4B7-E7E2-0FB88214B9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A1DDB1-3B36-9CF7-BBB0-B5409B016D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CCAE41-E448-DD63-D3FC-758CA0063C0E}"/>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8" name="Footer Placeholder 7">
            <a:extLst>
              <a:ext uri="{FF2B5EF4-FFF2-40B4-BE49-F238E27FC236}">
                <a16:creationId xmlns:a16="http://schemas.microsoft.com/office/drawing/2014/main" id="{F29CC838-F1DE-675E-7185-FF0A8C9306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84E138-6E07-F03F-C422-ACD08468CDC8}"/>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383992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1A663-DC70-8CB6-D36F-6CD48DE328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A73564-87CD-B05F-4065-A146263B57C6}"/>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4" name="Footer Placeholder 3">
            <a:extLst>
              <a:ext uri="{FF2B5EF4-FFF2-40B4-BE49-F238E27FC236}">
                <a16:creationId xmlns:a16="http://schemas.microsoft.com/office/drawing/2014/main" id="{EEB0A3B4-7C63-CD00-9ADE-C569A8F74F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092ACD-9ABD-79A2-2B06-65383AA8718E}"/>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1503078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AFD614-66FF-3BF8-B82D-2AF5184D8210}"/>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3" name="Footer Placeholder 2">
            <a:extLst>
              <a:ext uri="{FF2B5EF4-FFF2-40B4-BE49-F238E27FC236}">
                <a16:creationId xmlns:a16="http://schemas.microsoft.com/office/drawing/2014/main" id="{4DA90530-701B-AA54-2963-4C339ADB52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573E6A-1B1A-8282-DA86-685489D875B4}"/>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3300252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FCB9-4615-54D1-813D-D54FBB73E8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A3CD2F-9A19-13E5-9150-902E465753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60148E-2125-3A38-E60F-D865944DD0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43AF34-5168-AEA1-F524-1C0B7374C857}"/>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6" name="Footer Placeholder 5">
            <a:extLst>
              <a:ext uri="{FF2B5EF4-FFF2-40B4-BE49-F238E27FC236}">
                <a16:creationId xmlns:a16="http://schemas.microsoft.com/office/drawing/2014/main" id="{ECA9014E-8BB9-2CFA-2E49-5AF4698FF4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368E04-A394-2221-A9E5-EC0C7A1E120F}"/>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1774283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C4107-5DAE-8AE4-294D-FCCD2BE2A5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A8A804-9FF4-C305-7814-8A535D6D6A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300927-6F7A-B2B0-F91C-104ED122F8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F0EB8-E746-05B2-99C0-875A85D22172}"/>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6" name="Footer Placeholder 5">
            <a:extLst>
              <a:ext uri="{FF2B5EF4-FFF2-40B4-BE49-F238E27FC236}">
                <a16:creationId xmlns:a16="http://schemas.microsoft.com/office/drawing/2014/main" id="{C5D8A1FF-4543-6E34-C65A-B1CAE34147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FAA093-FD01-3F37-8884-4EA8205BBFD6}"/>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3920184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C90E6-3457-78AD-E8D8-814695DAEF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5595C8-8A77-8687-9E30-2DE86522A1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44FBA1-0A1D-9E26-6E5B-C527FEA8FF18}"/>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5" name="Footer Placeholder 4">
            <a:extLst>
              <a:ext uri="{FF2B5EF4-FFF2-40B4-BE49-F238E27FC236}">
                <a16:creationId xmlns:a16="http://schemas.microsoft.com/office/drawing/2014/main" id="{3D3B9C73-AFE9-8E87-E851-5D937784D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DE6466-2659-00E1-D908-0B1E3EC9C0EE}"/>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2598380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650880-CE94-58E4-135E-9CEC685062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FCCB50-40DF-3DB9-42C5-23F6B0D45B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7AD90C-1BCE-7268-891D-C916A598CE5C}"/>
              </a:ext>
            </a:extLst>
          </p:cNvPr>
          <p:cNvSpPr>
            <a:spLocks noGrp="1"/>
          </p:cNvSpPr>
          <p:nvPr>
            <p:ph type="dt" sz="half" idx="10"/>
          </p:nvPr>
        </p:nvSpPr>
        <p:spPr/>
        <p:txBody>
          <a:bodyPr/>
          <a:lstStyle/>
          <a:p>
            <a:fld id="{0C04B094-7078-497B-B5B9-5D504570C2B1}" type="datetimeFigureOut">
              <a:rPr lang="en-US" smtClean="0"/>
              <a:t>10/13/2025</a:t>
            </a:fld>
            <a:endParaRPr lang="en-US"/>
          </a:p>
        </p:txBody>
      </p:sp>
      <p:sp>
        <p:nvSpPr>
          <p:cNvPr id="5" name="Footer Placeholder 4">
            <a:extLst>
              <a:ext uri="{FF2B5EF4-FFF2-40B4-BE49-F238E27FC236}">
                <a16:creationId xmlns:a16="http://schemas.microsoft.com/office/drawing/2014/main" id="{57DE9C52-79C7-AA77-8727-42725F81AA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61ED67-5F2C-8211-817D-79ED98E73A0D}"/>
              </a:ext>
            </a:extLst>
          </p:cNvPr>
          <p:cNvSpPr>
            <a:spLocks noGrp="1"/>
          </p:cNvSpPr>
          <p:nvPr>
            <p:ph type="sldNum" sz="quarter" idx="12"/>
          </p:nvPr>
        </p:nvSpPr>
        <p:spPr/>
        <p:txBody>
          <a:bodyPr/>
          <a:lstStyle/>
          <a:p>
            <a:fld id="{AFFEDC07-9778-4AD8-B98D-09837E6DEA91}" type="slidenum">
              <a:rPr lang="en-US" smtClean="0"/>
              <a:t>‹#›</a:t>
            </a:fld>
            <a:endParaRPr lang="en-US"/>
          </a:p>
        </p:txBody>
      </p:sp>
    </p:spTree>
    <p:extLst>
      <p:ext uri="{BB962C8B-B14F-4D97-AF65-F5344CB8AC3E}">
        <p14:creationId xmlns:p14="http://schemas.microsoft.com/office/powerpoint/2010/main" val="2553147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42FA86-1E14-68C7-80EA-869334B96E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37846D-FE29-54B6-9ACC-D88D455563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338161-E4FA-E4A6-47FA-00A975EDA0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04B094-7078-497B-B5B9-5D504570C2B1}" type="datetimeFigureOut">
              <a:rPr lang="en-US" smtClean="0"/>
              <a:t>10/13/2025</a:t>
            </a:fld>
            <a:endParaRPr lang="en-US"/>
          </a:p>
        </p:txBody>
      </p:sp>
      <p:sp>
        <p:nvSpPr>
          <p:cNvPr id="5" name="Footer Placeholder 4">
            <a:extLst>
              <a:ext uri="{FF2B5EF4-FFF2-40B4-BE49-F238E27FC236}">
                <a16:creationId xmlns:a16="http://schemas.microsoft.com/office/drawing/2014/main" id="{42603709-EF1A-5FD3-4CDB-0D0C46F10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BFC11F-473C-31CF-1197-59531EA2D4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FEDC07-9778-4AD8-B98D-09837E6DEA91}" type="slidenum">
              <a:rPr lang="en-US" smtClean="0"/>
              <a:t>‹#›</a:t>
            </a:fld>
            <a:endParaRPr lang="en-US"/>
          </a:p>
        </p:txBody>
      </p:sp>
    </p:spTree>
    <p:extLst>
      <p:ext uri="{BB962C8B-B14F-4D97-AF65-F5344CB8AC3E}">
        <p14:creationId xmlns:p14="http://schemas.microsoft.com/office/powerpoint/2010/main" val="2104409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2BE9B-AD26-B9F1-5256-5E80B0AC4350}"/>
              </a:ext>
            </a:extLst>
          </p:cNvPr>
          <p:cNvSpPr>
            <a:spLocks noGrp="1"/>
          </p:cNvSpPr>
          <p:nvPr>
            <p:ph type="title"/>
          </p:nvPr>
        </p:nvSpPr>
        <p:spPr>
          <a:xfrm>
            <a:off x="0" y="70411"/>
            <a:ext cx="10515600" cy="1325563"/>
          </a:xfrm>
        </p:spPr>
        <p:txBody>
          <a:bodyPr>
            <a:normAutofit fontScale="90000"/>
          </a:bodyPr>
          <a:lstStyle/>
          <a:p>
            <a:r>
              <a:rPr lang="en-US" sz="3600" dirty="0"/>
              <a:t>Lab 18 Findings</a:t>
            </a:r>
            <a:br>
              <a:rPr lang="en-US" sz="3600" dirty="0"/>
            </a:br>
            <a:r>
              <a:rPr lang="en-US" sz="3600" dirty="0"/>
              <a:t>Joseph Abroquah</a:t>
            </a:r>
            <a:br>
              <a:rPr lang="en-US" sz="3600" dirty="0"/>
            </a:br>
            <a:r>
              <a:rPr lang="en-US" sz="3600" dirty="0"/>
              <a:t>Data Collected: 10/10/2025</a:t>
            </a:r>
          </a:p>
        </p:txBody>
      </p:sp>
      <p:sp>
        <p:nvSpPr>
          <p:cNvPr id="3" name="Content Placeholder 2">
            <a:extLst>
              <a:ext uri="{FF2B5EF4-FFF2-40B4-BE49-F238E27FC236}">
                <a16:creationId xmlns:a16="http://schemas.microsoft.com/office/drawing/2014/main" id="{BE549CF5-CF55-6022-FF40-90810E5FFF69}"/>
              </a:ext>
            </a:extLst>
          </p:cNvPr>
          <p:cNvSpPr>
            <a:spLocks noGrp="1"/>
          </p:cNvSpPr>
          <p:nvPr>
            <p:ph idx="1"/>
          </p:nvPr>
        </p:nvSpPr>
        <p:spPr>
          <a:xfrm>
            <a:off x="0" y="2432419"/>
            <a:ext cx="7038252" cy="3231965"/>
          </a:xfrm>
        </p:spPr>
        <p:txBody>
          <a:bodyPr>
            <a:normAutofit fontScale="77500" lnSpcReduction="20000"/>
          </a:bodyPr>
          <a:lstStyle/>
          <a:p>
            <a:r>
              <a:rPr lang="en-US" u="sng" dirty="0"/>
              <a:t>POR</a:t>
            </a:r>
            <a:r>
              <a:rPr lang="en-US" dirty="0"/>
              <a:t>: The voltage between a 1 ohm resistor (sense resistor) placed between the power supply and the 555 timer circuit is measured using two single-ended oscilloscope probes and then Ohm's Law is used to calculate the current through the sense resistor.</a:t>
            </a:r>
          </a:p>
          <a:p>
            <a:endParaRPr lang="en-US" dirty="0"/>
          </a:p>
          <a:p>
            <a:r>
              <a:rPr lang="en-US" dirty="0"/>
              <a:t>Two single-ended scope probes (each referenced to ground) were used to measure the high and low sides of the resistor. The difference between these signals, computed by the scope’s math function, gives the voltage drop across the resistor.</a:t>
            </a:r>
          </a:p>
        </p:txBody>
      </p:sp>
      <p:sp>
        <p:nvSpPr>
          <p:cNvPr id="5" name="Content Placeholder 2">
            <a:extLst>
              <a:ext uri="{FF2B5EF4-FFF2-40B4-BE49-F238E27FC236}">
                <a16:creationId xmlns:a16="http://schemas.microsoft.com/office/drawing/2014/main" id="{AD53650A-EFB0-74E2-E94B-727B25044C12}"/>
              </a:ext>
            </a:extLst>
          </p:cNvPr>
          <p:cNvSpPr txBox="1">
            <a:spLocks/>
          </p:cNvSpPr>
          <p:nvPr/>
        </p:nvSpPr>
        <p:spPr>
          <a:xfrm>
            <a:off x="0" y="1531105"/>
            <a:ext cx="10515600" cy="14767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sng" dirty="0"/>
              <a:t>Goal</a:t>
            </a:r>
            <a:r>
              <a:rPr lang="en-US" dirty="0"/>
              <a:t>:  Measure inrush and steady-state current in a circuit</a:t>
            </a:r>
          </a:p>
        </p:txBody>
      </p:sp>
      <p:pic>
        <p:nvPicPr>
          <p:cNvPr id="6" name="Picture 5" descr="A diagram of a circuit&#10;&#10;AI-generated content may be incorrect.">
            <a:extLst>
              <a:ext uri="{FF2B5EF4-FFF2-40B4-BE49-F238E27FC236}">
                <a16:creationId xmlns:a16="http://schemas.microsoft.com/office/drawing/2014/main" id="{E0A0B012-6E3F-13A5-4DEC-C2F20AC925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4436" y="2023344"/>
            <a:ext cx="4487564" cy="2294854"/>
          </a:xfrm>
          <a:prstGeom prst="rect">
            <a:avLst/>
          </a:prstGeom>
        </p:spPr>
      </p:pic>
      <p:pic>
        <p:nvPicPr>
          <p:cNvPr id="8" name="Picture 7" descr="A circuit board with wires and wires&#10;&#10;AI-generated content may be incorrect.">
            <a:extLst>
              <a:ext uri="{FF2B5EF4-FFF2-40B4-BE49-F238E27FC236}">
                <a16:creationId xmlns:a16="http://schemas.microsoft.com/office/drawing/2014/main" id="{3726E412-FC0B-C4D8-F8AA-9C5BC23ED932}"/>
              </a:ext>
            </a:extLst>
          </p:cNvPr>
          <p:cNvPicPr>
            <a:picLocks noChangeAspect="1"/>
          </p:cNvPicPr>
          <p:nvPr/>
        </p:nvPicPr>
        <p:blipFill>
          <a:blip r:embed="rId3">
            <a:extLst>
              <a:ext uri="{28A0092B-C50C-407E-A947-70E740481C1C}">
                <a14:useLocalDpi xmlns:a14="http://schemas.microsoft.com/office/drawing/2010/main" val="0"/>
              </a:ext>
            </a:extLst>
          </a:blip>
          <a:srcRect l="9986" t="35380" b="31158"/>
          <a:stretch>
            <a:fillRect/>
          </a:stretch>
        </p:blipFill>
        <p:spPr>
          <a:xfrm>
            <a:off x="7562096" y="4354107"/>
            <a:ext cx="4629904" cy="2294855"/>
          </a:xfrm>
          <a:prstGeom prst="rect">
            <a:avLst/>
          </a:prstGeom>
        </p:spPr>
      </p:pic>
    </p:spTree>
    <p:extLst>
      <p:ext uri="{BB962C8B-B14F-4D97-AF65-F5344CB8AC3E}">
        <p14:creationId xmlns:p14="http://schemas.microsoft.com/office/powerpoint/2010/main" val="3726653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278B1-0184-9C30-E914-E1FBA18BA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26FA3-B7FC-FE7A-9782-52600E6BD0C5}"/>
              </a:ext>
            </a:extLst>
          </p:cNvPr>
          <p:cNvSpPr>
            <a:spLocks noGrp="1"/>
          </p:cNvSpPr>
          <p:nvPr>
            <p:ph type="title"/>
          </p:nvPr>
        </p:nvSpPr>
        <p:spPr>
          <a:xfrm>
            <a:off x="267832" y="282832"/>
            <a:ext cx="10515600" cy="1325563"/>
          </a:xfrm>
        </p:spPr>
        <p:txBody>
          <a:bodyPr/>
          <a:lstStyle/>
          <a:p>
            <a:r>
              <a:rPr lang="en-US" dirty="0"/>
              <a:t>Results</a:t>
            </a:r>
          </a:p>
        </p:txBody>
      </p:sp>
      <p:sp>
        <p:nvSpPr>
          <p:cNvPr id="3" name="Content Placeholder 2">
            <a:extLst>
              <a:ext uri="{FF2B5EF4-FFF2-40B4-BE49-F238E27FC236}">
                <a16:creationId xmlns:a16="http://schemas.microsoft.com/office/drawing/2014/main" id="{6881642B-0C70-5D05-4A6F-F14790748CF1}"/>
              </a:ext>
            </a:extLst>
          </p:cNvPr>
          <p:cNvSpPr>
            <a:spLocks noGrp="1"/>
          </p:cNvSpPr>
          <p:nvPr>
            <p:ph idx="1"/>
          </p:nvPr>
        </p:nvSpPr>
        <p:spPr>
          <a:xfrm>
            <a:off x="0" y="1462770"/>
            <a:ext cx="5164247" cy="5109276"/>
          </a:xfrm>
        </p:spPr>
        <p:txBody>
          <a:bodyPr>
            <a:normAutofit/>
          </a:bodyPr>
          <a:lstStyle/>
          <a:p>
            <a:pPr algn="just"/>
            <a:r>
              <a:rPr lang="en-US" sz="2000" dirty="0"/>
              <a:t>Two 10x scope probes connected:</a:t>
            </a:r>
          </a:p>
          <a:p>
            <a:pPr algn="just"/>
            <a:r>
              <a:rPr lang="en-US" sz="2000" dirty="0"/>
              <a:t>Probe 1: High side of the sense resistor</a:t>
            </a:r>
          </a:p>
          <a:p>
            <a:pPr algn="just"/>
            <a:r>
              <a:rPr lang="en-US" sz="2000" dirty="0"/>
              <a:t>Probe 2: Low side of the sense resistor</a:t>
            </a:r>
          </a:p>
          <a:p>
            <a:pPr algn="just"/>
            <a:r>
              <a:rPr lang="en-US" sz="2000" dirty="0"/>
              <a:t>Both referenced to the system ground</a:t>
            </a:r>
          </a:p>
          <a:p>
            <a:pPr algn="just"/>
            <a:r>
              <a:rPr lang="en-US" sz="2000" dirty="0"/>
              <a:t>Steady-State Current Measurement</a:t>
            </a:r>
          </a:p>
          <a:p>
            <a:pPr algn="just"/>
            <a:r>
              <a:rPr lang="en-US" sz="2000" dirty="0"/>
              <a:t>Observed voltage drop across sense resistor: ~7 mV which gives ~ 7mA</a:t>
            </a:r>
          </a:p>
        </p:txBody>
      </p:sp>
      <p:pic>
        <p:nvPicPr>
          <p:cNvPr id="5" name="Picture 4" descr="A screen shot of a computer&#10;&#10;AI-generated content may be incorrect.">
            <a:extLst>
              <a:ext uri="{FF2B5EF4-FFF2-40B4-BE49-F238E27FC236}">
                <a16:creationId xmlns:a16="http://schemas.microsoft.com/office/drawing/2014/main" id="{CFFC9E94-9FB0-6F68-4A37-E8C620499F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4247" y="1271256"/>
            <a:ext cx="6996395" cy="4477693"/>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DD541EF-CC51-E72B-9E39-038C6A1F1511}"/>
                  </a:ext>
                </a:extLst>
              </p:cNvPr>
              <p:cNvSpPr txBox="1"/>
              <p:nvPr/>
            </p:nvSpPr>
            <p:spPr>
              <a:xfrm>
                <a:off x="957030" y="4635373"/>
                <a:ext cx="2989473" cy="88793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𝐼𝑅</m:t>
                      </m:r>
                    </m:oMath>
                  </m:oMathPara>
                </a14:m>
                <a:endParaRPr lang="en-US" b="0"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𝑅</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7.33</m:t>
                          </m:r>
                          <m:r>
                            <a:rPr lang="en-US" b="0" i="1" smtClean="0">
                              <a:latin typeface="Cambria Math" panose="02040503050406030204" pitchFamily="18" charset="0"/>
                            </a:rPr>
                            <m:t>𝑚𝑉</m:t>
                          </m:r>
                        </m:num>
                        <m:den>
                          <m:r>
                            <a:rPr lang="en-US" b="0" i="1" smtClean="0">
                              <a:latin typeface="Cambria Math" panose="02040503050406030204" pitchFamily="18" charset="0"/>
                            </a:rPr>
                            <m:t>1</m:t>
                          </m:r>
                          <m:r>
                            <m:rPr>
                              <m:sty m:val="p"/>
                            </m:rPr>
                            <a:rPr lang="en-US" b="0" i="0" smtClean="0">
                              <a:latin typeface="Cambria Math" panose="02040503050406030204" pitchFamily="18" charset="0"/>
                            </a:rPr>
                            <m:t>Ω</m:t>
                          </m:r>
                        </m:den>
                      </m:f>
                      <m:r>
                        <a:rPr lang="en-US" b="0" i="1" smtClean="0">
                          <a:latin typeface="Cambria Math" panose="02040503050406030204" pitchFamily="18" charset="0"/>
                        </a:rPr>
                        <m:t>=7.33 </m:t>
                      </m:r>
                      <m:r>
                        <a:rPr lang="en-US" b="0" i="1" smtClean="0">
                          <a:latin typeface="Cambria Math" panose="02040503050406030204" pitchFamily="18" charset="0"/>
                        </a:rPr>
                        <m:t>𝑚𝐴</m:t>
                      </m:r>
                    </m:oMath>
                  </m:oMathPara>
                </a14:m>
                <a:endParaRPr lang="en-US" dirty="0"/>
              </a:p>
            </p:txBody>
          </p:sp>
        </mc:Choice>
        <mc:Fallback>
          <p:sp>
            <p:nvSpPr>
              <p:cNvPr id="6" name="TextBox 5">
                <a:extLst>
                  <a:ext uri="{FF2B5EF4-FFF2-40B4-BE49-F238E27FC236}">
                    <a16:creationId xmlns:a16="http://schemas.microsoft.com/office/drawing/2014/main" id="{9DD541EF-CC51-E72B-9E39-038C6A1F1511}"/>
                  </a:ext>
                </a:extLst>
              </p:cNvPr>
              <p:cNvSpPr txBox="1">
                <a:spLocks noRot="1" noChangeAspect="1" noMove="1" noResize="1" noEditPoints="1" noAdjustHandles="1" noChangeArrowheads="1" noChangeShapeType="1" noTextEdit="1"/>
              </p:cNvSpPr>
              <p:nvPr/>
            </p:nvSpPr>
            <p:spPr>
              <a:xfrm>
                <a:off x="957030" y="4635373"/>
                <a:ext cx="2989473" cy="88793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667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DADE-C9F6-BCC8-B8EC-43FB2B3FB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83C66-C88F-4CDD-2D08-1E9020BD1E5D}"/>
              </a:ext>
            </a:extLst>
          </p:cNvPr>
          <p:cNvSpPr>
            <a:spLocks noGrp="1"/>
          </p:cNvSpPr>
          <p:nvPr>
            <p:ph type="title"/>
          </p:nvPr>
        </p:nvSpPr>
        <p:spPr>
          <a:xfrm>
            <a:off x="240671" y="14350"/>
            <a:ext cx="10515600" cy="1325563"/>
          </a:xfrm>
        </p:spPr>
        <p:txBody>
          <a:bodyPr/>
          <a:lstStyle/>
          <a:p>
            <a:r>
              <a:rPr lang="en-US" dirty="0"/>
              <a:t>Results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CB1531E-8548-017B-4EAF-684993C739B0}"/>
                  </a:ext>
                </a:extLst>
              </p:cNvPr>
              <p:cNvSpPr>
                <a:spLocks noGrp="1"/>
              </p:cNvSpPr>
              <p:nvPr>
                <p:ph idx="1"/>
              </p:nvPr>
            </p:nvSpPr>
            <p:spPr>
              <a:xfrm>
                <a:off x="0" y="1109051"/>
                <a:ext cx="5164247" cy="5109276"/>
              </a:xfrm>
            </p:spPr>
            <p:txBody>
              <a:bodyPr>
                <a:normAutofit/>
              </a:bodyPr>
              <a:lstStyle/>
              <a:p>
                <a:r>
                  <a:rPr lang="en-US" dirty="0"/>
                  <a:t>To measure the transient inrush current:</a:t>
                </a:r>
              </a:p>
              <a:p>
                <a:pPr lvl="1"/>
                <a:r>
                  <a:rPr lang="en-US" dirty="0"/>
                  <a:t>Scope set to Normal mode to trigger only on the event of power being applied</a:t>
                </a:r>
                <a:endParaRPr lang="en-US" sz="1600" dirty="0"/>
              </a:p>
              <a:p>
                <a:pPr lvl="1"/>
                <a:r>
                  <a:rPr lang="en-US" dirty="0"/>
                  <a:t>Triggered on high-side resistor voltage exceeding ~1 V</a:t>
                </a:r>
              </a:p>
              <a:p>
                <a:pPr lvl="1"/>
                <a14:m>
                  <m:oMath xmlns:m="http://schemas.openxmlformats.org/officeDocument/2006/math">
                    <m:r>
                      <a:rPr lang="en-US" sz="1600" b="0" i="1" smtClean="0">
                        <a:effectLst/>
                        <a:latin typeface="Cambria Math" panose="02040503050406030204" pitchFamily="18" charset="0"/>
                      </a:rPr>
                      <m:t>𝐼</m:t>
                    </m:r>
                    <m:r>
                      <a:rPr lang="en-US" sz="1600" b="0" i="1" smtClean="0">
                        <a:effectLst/>
                        <a:latin typeface="Cambria Math" panose="02040503050406030204" pitchFamily="18" charset="0"/>
                      </a:rPr>
                      <m:t>=</m:t>
                    </m:r>
                    <m:f>
                      <m:fPr>
                        <m:ctrlPr>
                          <a:rPr lang="en-US" sz="1600" b="0" i="1" smtClean="0">
                            <a:effectLst/>
                            <a:latin typeface="Cambria Math" panose="02040503050406030204" pitchFamily="18" charset="0"/>
                          </a:rPr>
                        </m:ctrlPr>
                      </m:fPr>
                      <m:num>
                        <m:r>
                          <a:rPr lang="en-US" sz="1600" b="0" i="1" smtClean="0">
                            <a:effectLst/>
                            <a:latin typeface="Cambria Math" panose="02040503050406030204" pitchFamily="18" charset="0"/>
                          </a:rPr>
                          <m:t>7.407−5.970</m:t>
                        </m:r>
                      </m:num>
                      <m:den>
                        <m:r>
                          <a:rPr lang="en-US" sz="1600" b="0" i="1" smtClean="0">
                            <a:effectLst/>
                            <a:latin typeface="Cambria Math" panose="02040503050406030204" pitchFamily="18" charset="0"/>
                          </a:rPr>
                          <m:t>1</m:t>
                        </m:r>
                      </m:den>
                    </m:f>
                    <m:r>
                      <a:rPr lang="en-US" sz="1600" b="0" i="1" smtClean="0">
                        <a:effectLst/>
                        <a:latin typeface="Cambria Math" panose="02040503050406030204" pitchFamily="18" charset="0"/>
                      </a:rPr>
                      <m:t>=1.4 </m:t>
                    </m:r>
                    <m:r>
                      <a:rPr lang="en-US" sz="1600" b="0" i="1" smtClean="0">
                        <a:effectLst/>
                        <a:latin typeface="Cambria Math" panose="02040503050406030204" pitchFamily="18" charset="0"/>
                      </a:rPr>
                      <m:t>𝐴</m:t>
                    </m:r>
                  </m:oMath>
                </a14:m>
                <a:endParaRPr lang="en-US" sz="1600" dirty="0">
                  <a:effectLst/>
                </a:endParaRPr>
              </a:p>
            </p:txBody>
          </p:sp>
        </mc:Choice>
        <mc:Fallback>
          <p:sp>
            <p:nvSpPr>
              <p:cNvPr id="3" name="Content Placeholder 2">
                <a:extLst>
                  <a:ext uri="{FF2B5EF4-FFF2-40B4-BE49-F238E27FC236}">
                    <a16:creationId xmlns:a16="http://schemas.microsoft.com/office/drawing/2014/main" id="{0CB1531E-8548-017B-4EAF-684993C739B0}"/>
                  </a:ext>
                </a:extLst>
              </p:cNvPr>
              <p:cNvSpPr>
                <a:spLocks noGrp="1" noRot="1" noChangeAspect="1" noMove="1" noResize="1" noEditPoints="1" noAdjustHandles="1" noChangeArrowheads="1" noChangeShapeType="1" noTextEdit="1"/>
              </p:cNvSpPr>
              <p:nvPr>
                <p:ph idx="1"/>
              </p:nvPr>
            </p:nvSpPr>
            <p:spPr>
              <a:xfrm>
                <a:off x="0" y="1109051"/>
                <a:ext cx="5164247" cy="5109276"/>
              </a:xfrm>
              <a:blipFill>
                <a:blip r:embed="rId2"/>
                <a:stretch>
                  <a:fillRect l="-2125" t="-2148"/>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9FE620E2-F6A2-9910-75E3-28AD0EB6C421}"/>
              </a:ext>
            </a:extLst>
          </p:cNvPr>
          <p:cNvSpPr txBox="1">
            <a:spLocks/>
          </p:cNvSpPr>
          <p:nvPr/>
        </p:nvSpPr>
        <p:spPr>
          <a:xfrm>
            <a:off x="240671" y="42611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Key Findings</a:t>
            </a:r>
          </a:p>
        </p:txBody>
      </p:sp>
      <p:sp>
        <p:nvSpPr>
          <p:cNvPr id="7" name="Content Placeholder 2">
            <a:extLst>
              <a:ext uri="{FF2B5EF4-FFF2-40B4-BE49-F238E27FC236}">
                <a16:creationId xmlns:a16="http://schemas.microsoft.com/office/drawing/2014/main" id="{6660D12C-F08D-28F7-C69E-D95F2DF04E15}"/>
              </a:ext>
            </a:extLst>
          </p:cNvPr>
          <p:cNvSpPr txBox="1">
            <a:spLocks/>
          </p:cNvSpPr>
          <p:nvPr/>
        </p:nvSpPr>
        <p:spPr>
          <a:xfrm>
            <a:off x="0" y="5179286"/>
            <a:ext cx="12192000" cy="16787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Two single-ended probes provide a means to measure a differential voltage which is used here to calculate the in-rush current</a:t>
            </a:r>
          </a:p>
          <a:p>
            <a:pPr lvl="1"/>
            <a:r>
              <a:rPr lang="en-US" sz="1600"/>
              <a:t>Understanding in-rush </a:t>
            </a:r>
            <a:r>
              <a:rPr lang="en-US" sz="1600" dirty="0"/>
              <a:t>and steady-state current is critical in system design</a:t>
            </a:r>
          </a:p>
          <a:p>
            <a:r>
              <a:rPr lang="en-US" sz="2000" dirty="0"/>
              <a:t>Magnitude of in-rush current is affected by value of decoupling capacitor</a:t>
            </a:r>
          </a:p>
          <a:p>
            <a:pPr lvl="1"/>
            <a:r>
              <a:rPr lang="en-US" sz="1600" dirty="0"/>
              <a:t>More capacitance, higher magnitude of in-rush current</a:t>
            </a:r>
          </a:p>
        </p:txBody>
      </p:sp>
      <p:pic>
        <p:nvPicPr>
          <p:cNvPr id="9" name="Picture 8" descr="A screen shot of a graph&#10;&#10;AI-generated content may be incorrect.">
            <a:extLst>
              <a:ext uri="{FF2B5EF4-FFF2-40B4-BE49-F238E27FC236}">
                <a16:creationId xmlns:a16="http://schemas.microsoft.com/office/drawing/2014/main" id="{C5A22183-A92C-56C8-BD4B-F4CA201AD4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3842" y="324352"/>
            <a:ext cx="6868563" cy="4395881"/>
          </a:xfrm>
          <a:prstGeom prst="rect">
            <a:avLst/>
          </a:prstGeom>
        </p:spPr>
      </p:pic>
    </p:spTree>
    <p:extLst>
      <p:ext uri="{BB962C8B-B14F-4D97-AF65-F5344CB8AC3E}">
        <p14:creationId xmlns:p14="http://schemas.microsoft.com/office/powerpoint/2010/main" val="78174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otalTime>136</TotalTime>
  <Words>258</Words>
  <Application>Microsoft Office PowerPoint</Application>
  <PresentationFormat>Widescreen</PresentationFormat>
  <Paragraphs>24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Cambria Math</vt:lpstr>
      <vt:lpstr>Office Theme</vt:lpstr>
      <vt:lpstr>Lab 18 Findings Joseph Abroquah Data Collected: 10/10/2025</vt:lpstr>
      <vt:lpstr>Results</vt:lpstr>
      <vt:lpstr>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Abroquah</dc:creator>
  <cp:lastModifiedBy>Joseph Abroquah</cp:lastModifiedBy>
  <cp:revision>5</cp:revision>
  <dcterms:created xsi:type="dcterms:W3CDTF">2025-10-03T20:37:32Z</dcterms:created>
  <dcterms:modified xsi:type="dcterms:W3CDTF">2025-10-13T21:53:21Z</dcterms:modified>
</cp:coreProperties>
</file>