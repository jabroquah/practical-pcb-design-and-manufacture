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1DDD13-8AC7-4727-A745-FFB0BA7728DB}" v="276" dt="2025-11-29T22:28:33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Abroquah" userId="d13c2c26-2cdf-4ecc-95a2-de6454f49757" providerId="ADAL" clId="{E766A4BE-0378-4775-B47B-5C1D12988405}"/>
    <pc:docChg chg="undo custSel addSld delSld modSld sldOrd">
      <pc:chgData name="Joseph Abroquah" userId="d13c2c26-2cdf-4ecc-95a2-de6454f49757" providerId="ADAL" clId="{E766A4BE-0378-4775-B47B-5C1D12988405}" dt="2025-11-29T22:28:33.218" v="3556" actId="20577"/>
      <pc:docMkLst>
        <pc:docMk/>
      </pc:docMkLst>
      <pc:sldChg chg="addSp delSp modSp mod">
        <pc:chgData name="Joseph Abroquah" userId="d13c2c26-2cdf-4ecc-95a2-de6454f49757" providerId="ADAL" clId="{E766A4BE-0378-4775-B47B-5C1D12988405}" dt="2025-11-29T07:52:49.364" v="1473" actId="20577"/>
        <pc:sldMkLst>
          <pc:docMk/>
          <pc:sldMk cId="3726653159" sldId="257"/>
        </pc:sldMkLst>
        <pc:spChg chg="mod">
          <ac:chgData name="Joseph Abroquah" userId="d13c2c26-2cdf-4ecc-95a2-de6454f49757" providerId="ADAL" clId="{E766A4BE-0378-4775-B47B-5C1D12988405}" dt="2025-11-29T07:24:35.355" v="38" actId="20577"/>
          <ac:spMkLst>
            <pc:docMk/>
            <pc:sldMk cId="3726653159" sldId="257"/>
            <ac:spMk id="2" creationId="{2882BE9B-AD26-B9F1-5256-5E80B0AC4350}"/>
          </ac:spMkLst>
        </pc:spChg>
        <pc:spChg chg="mod">
          <ac:chgData name="Joseph Abroquah" userId="d13c2c26-2cdf-4ecc-95a2-de6454f49757" providerId="ADAL" clId="{E766A4BE-0378-4775-B47B-5C1D12988405}" dt="2025-11-29T07:50:48.316" v="1343" actId="20577"/>
          <ac:spMkLst>
            <pc:docMk/>
            <pc:sldMk cId="3726653159" sldId="257"/>
            <ac:spMk id="3" creationId="{BE549CF5-CF55-6022-FF40-90810E5FFF69}"/>
          </ac:spMkLst>
        </pc:spChg>
        <pc:spChg chg="mod">
          <ac:chgData name="Joseph Abroquah" userId="d13c2c26-2cdf-4ecc-95a2-de6454f49757" providerId="ADAL" clId="{E766A4BE-0378-4775-B47B-5C1D12988405}" dt="2025-11-29T07:48:11.644" v="1241" actId="123"/>
          <ac:spMkLst>
            <pc:docMk/>
            <pc:sldMk cId="3726653159" sldId="257"/>
            <ac:spMk id="5" creationId="{AD53650A-EFB0-74E2-E94B-727B25044C12}"/>
          </ac:spMkLst>
        </pc:spChg>
        <pc:spChg chg="add mod">
          <ac:chgData name="Joseph Abroquah" userId="d13c2c26-2cdf-4ecc-95a2-de6454f49757" providerId="ADAL" clId="{E766A4BE-0378-4775-B47B-5C1D12988405}" dt="2025-11-29T07:52:49.364" v="1473" actId="20577"/>
          <ac:spMkLst>
            <pc:docMk/>
            <pc:sldMk cId="3726653159" sldId="257"/>
            <ac:spMk id="7" creationId="{7EDAD435-0AAB-A511-4C97-D6559E81BD97}"/>
          </ac:spMkLst>
        </pc:spChg>
        <pc:spChg chg="mod">
          <ac:chgData name="Joseph Abroquah" userId="d13c2c26-2cdf-4ecc-95a2-de6454f49757" providerId="ADAL" clId="{E766A4BE-0378-4775-B47B-5C1D12988405}" dt="2025-11-29T07:37:16.764" v="680" actId="1076"/>
          <ac:spMkLst>
            <pc:docMk/>
            <pc:sldMk cId="3726653159" sldId="257"/>
            <ac:spMk id="10" creationId="{014F49C5-F013-AAE8-CCE3-02288ADC52AF}"/>
          </ac:spMkLst>
        </pc:spChg>
        <pc:spChg chg="del">
          <ac:chgData name="Joseph Abroquah" userId="d13c2c26-2cdf-4ecc-95a2-de6454f49757" providerId="ADAL" clId="{E766A4BE-0378-4775-B47B-5C1D12988405}" dt="2025-11-29T07:36:04.297" v="670" actId="478"/>
          <ac:spMkLst>
            <pc:docMk/>
            <pc:sldMk cId="3726653159" sldId="257"/>
            <ac:spMk id="11" creationId="{9A8EC814-7DF2-8A8A-715A-0AC15AC5E99E}"/>
          </ac:spMkLst>
        </pc:spChg>
        <pc:picChg chg="add mod">
          <ac:chgData name="Joseph Abroquah" userId="d13c2c26-2cdf-4ecc-95a2-de6454f49757" providerId="ADAL" clId="{E766A4BE-0378-4775-B47B-5C1D12988405}" dt="2025-11-29T07:37:14.131" v="679" actId="1076"/>
          <ac:picMkLst>
            <pc:docMk/>
            <pc:sldMk cId="3726653159" sldId="257"/>
            <ac:picMk id="6" creationId="{595B62B0-F978-6F05-3F03-B2188030015A}"/>
          </ac:picMkLst>
        </pc:picChg>
        <pc:picChg chg="del">
          <ac:chgData name="Joseph Abroquah" userId="d13c2c26-2cdf-4ecc-95a2-de6454f49757" providerId="ADAL" clId="{E766A4BE-0378-4775-B47B-5C1D12988405}" dt="2025-11-29T07:36:03.192" v="669" actId="478"/>
          <ac:picMkLst>
            <pc:docMk/>
            <pc:sldMk cId="3726653159" sldId="257"/>
            <ac:picMk id="8" creationId="{10F58A1C-7A2C-FA25-A402-9FD0C13E97F0}"/>
          </ac:picMkLst>
        </pc:picChg>
        <pc:picChg chg="del">
          <ac:chgData name="Joseph Abroquah" userId="d13c2c26-2cdf-4ecc-95a2-de6454f49757" providerId="ADAL" clId="{E766A4BE-0378-4775-B47B-5C1D12988405}" dt="2025-11-29T07:35:18.914" v="615" actId="478"/>
          <ac:picMkLst>
            <pc:docMk/>
            <pc:sldMk cId="3726653159" sldId="257"/>
            <ac:picMk id="9" creationId="{2CC155A3-BCF4-6FFE-43F4-AA9C7867A314}"/>
          </ac:picMkLst>
        </pc:picChg>
      </pc:sldChg>
      <pc:sldChg chg="addSp delSp modSp mod">
        <pc:chgData name="Joseph Abroquah" userId="d13c2c26-2cdf-4ecc-95a2-de6454f49757" providerId="ADAL" clId="{E766A4BE-0378-4775-B47B-5C1D12988405}" dt="2025-11-29T22:05:45.505" v="2830" actId="20577"/>
        <pc:sldMkLst>
          <pc:docMk/>
          <pc:sldMk cId="196670269" sldId="262"/>
        </pc:sldMkLst>
        <pc:spChg chg="mod">
          <ac:chgData name="Joseph Abroquah" userId="d13c2c26-2cdf-4ecc-95a2-de6454f49757" providerId="ADAL" clId="{E766A4BE-0378-4775-B47B-5C1D12988405}" dt="2025-11-29T21:35:19.127" v="1943" actId="1076"/>
          <ac:spMkLst>
            <pc:docMk/>
            <pc:sldMk cId="196670269" sldId="262"/>
            <ac:spMk id="2" creationId="{86B26FA3-B7FC-FE7A-9782-52600E6BD0C5}"/>
          </ac:spMkLst>
        </pc:spChg>
        <pc:spChg chg="add del mod">
          <ac:chgData name="Joseph Abroquah" userId="d13c2c26-2cdf-4ecc-95a2-de6454f49757" providerId="ADAL" clId="{E766A4BE-0378-4775-B47B-5C1D12988405}" dt="2025-11-29T21:34:52.979" v="1938"/>
          <ac:spMkLst>
            <pc:docMk/>
            <pc:sldMk cId="196670269" sldId="262"/>
            <ac:spMk id="9" creationId="{F5B94E07-8C2F-5822-0C1F-43ED16E64C85}"/>
          </ac:spMkLst>
        </pc:spChg>
        <pc:spChg chg="add del mod">
          <ac:chgData name="Joseph Abroquah" userId="d13c2c26-2cdf-4ecc-95a2-de6454f49757" providerId="ADAL" clId="{E766A4BE-0378-4775-B47B-5C1D12988405}" dt="2025-11-29T21:50:37.089" v="2129"/>
          <ac:spMkLst>
            <pc:docMk/>
            <pc:sldMk cId="196670269" sldId="262"/>
            <ac:spMk id="11" creationId="{ADE883CB-25EA-9E6E-BA91-3F8C98336011}"/>
          </ac:spMkLst>
        </pc:spChg>
        <pc:spChg chg="mod">
          <ac:chgData name="Joseph Abroquah" userId="d13c2c26-2cdf-4ecc-95a2-de6454f49757" providerId="ADAL" clId="{E766A4BE-0378-4775-B47B-5C1D12988405}" dt="2025-11-29T22:05:45.505" v="2830" actId="20577"/>
          <ac:spMkLst>
            <pc:docMk/>
            <pc:sldMk cId="196670269" sldId="262"/>
            <ac:spMk id="15" creationId="{E3787564-1B1E-B6EF-73B3-BCF3F1F57366}"/>
          </ac:spMkLst>
        </pc:spChg>
        <pc:spChg chg="add mod">
          <ac:chgData name="Joseph Abroquah" userId="d13c2c26-2cdf-4ecc-95a2-de6454f49757" providerId="ADAL" clId="{E766A4BE-0378-4775-B47B-5C1D12988405}" dt="2025-11-29T21:59:22.048" v="2277" actId="1076"/>
          <ac:spMkLst>
            <pc:docMk/>
            <pc:sldMk cId="196670269" sldId="262"/>
            <ac:spMk id="18" creationId="{7E2EF06D-A7C7-8462-8E51-AD419261598E}"/>
          </ac:spMkLst>
        </pc:spChg>
        <pc:spChg chg="del">
          <ac:chgData name="Joseph Abroquah" userId="d13c2c26-2cdf-4ecc-95a2-de6454f49757" providerId="ADAL" clId="{E766A4BE-0378-4775-B47B-5C1D12988405}" dt="2025-11-29T07:44:46.955" v="961" actId="478"/>
          <ac:spMkLst>
            <pc:docMk/>
            <pc:sldMk cId="196670269" sldId="262"/>
            <ac:spMk id="20" creationId="{E858636F-0D73-20E4-4286-73E8B03DA3CC}"/>
          </ac:spMkLst>
        </pc:spChg>
        <pc:spChg chg="del">
          <ac:chgData name="Joseph Abroquah" userId="d13c2c26-2cdf-4ecc-95a2-de6454f49757" providerId="ADAL" clId="{E766A4BE-0378-4775-B47B-5C1D12988405}" dt="2025-11-29T07:44:43.968" v="959" actId="478"/>
          <ac:spMkLst>
            <pc:docMk/>
            <pc:sldMk cId="196670269" sldId="262"/>
            <ac:spMk id="21" creationId="{81288A3E-D31F-99A7-9930-A4F3BDE7198B}"/>
          </ac:spMkLst>
        </pc:spChg>
        <pc:spChg chg="del">
          <ac:chgData name="Joseph Abroquah" userId="d13c2c26-2cdf-4ecc-95a2-de6454f49757" providerId="ADAL" clId="{E766A4BE-0378-4775-B47B-5C1D12988405}" dt="2025-11-29T07:44:48.102" v="962" actId="478"/>
          <ac:spMkLst>
            <pc:docMk/>
            <pc:sldMk cId="196670269" sldId="262"/>
            <ac:spMk id="22" creationId="{D9E0BA4E-CD15-61CD-350B-C22BD77856C1}"/>
          </ac:spMkLst>
        </pc:spChg>
        <pc:spChg chg="del">
          <ac:chgData name="Joseph Abroquah" userId="d13c2c26-2cdf-4ecc-95a2-de6454f49757" providerId="ADAL" clId="{E766A4BE-0378-4775-B47B-5C1D12988405}" dt="2025-11-29T07:44:46.012" v="960" actId="478"/>
          <ac:spMkLst>
            <pc:docMk/>
            <pc:sldMk cId="196670269" sldId="262"/>
            <ac:spMk id="23" creationId="{70AB1F3C-D58A-7280-E2F3-9317F74C4F50}"/>
          </ac:spMkLst>
        </pc:spChg>
        <pc:spChg chg="add mod">
          <ac:chgData name="Joseph Abroquah" userId="d13c2c26-2cdf-4ecc-95a2-de6454f49757" providerId="ADAL" clId="{E766A4BE-0378-4775-B47B-5C1D12988405}" dt="2025-11-29T21:59:27.239" v="2280" actId="20577"/>
          <ac:spMkLst>
            <pc:docMk/>
            <pc:sldMk cId="196670269" sldId="262"/>
            <ac:spMk id="24" creationId="{60DEE206-0DBE-D02B-7103-7630239118C3}"/>
          </ac:spMkLst>
        </pc:spChg>
        <pc:graphicFrameChg chg="add mod modGraphic">
          <ac:chgData name="Joseph Abroquah" userId="d13c2c26-2cdf-4ecc-95a2-de6454f49757" providerId="ADAL" clId="{E766A4BE-0378-4775-B47B-5C1D12988405}" dt="2025-11-29T21:52:35.327" v="2224" actId="14100"/>
          <ac:graphicFrameMkLst>
            <pc:docMk/>
            <pc:sldMk cId="196670269" sldId="262"/>
            <ac:graphicFrameMk id="10" creationId="{375983EF-7DF1-37F1-80A9-92BCA3690373}"/>
          </ac:graphicFrameMkLst>
        </pc:graphicFrameChg>
        <pc:picChg chg="add del mod">
          <ac:chgData name="Joseph Abroquah" userId="d13c2c26-2cdf-4ecc-95a2-de6454f49757" providerId="ADAL" clId="{E766A4BE-0378-4775-B47B-5C1D12988405}" dt="2025-11-29T20:28:31.501" v="1481" actId="478"/>
          <ac:picMkLst>
            <pc:docMk/>
            <pc:sldMk cId="196670269" sldId="262"/>
            <ac:picMk id="4" creationId="{C699E7EF-7846-43E0-7ABF-3A60C19B8604}"/>
          </ac:picMkLst>
        </pc:picChg>
        <pc:picChg chg="add del mod">
          <ac:chgData name="Joseph Abroquah" userId="d13c2c26-2cdf-4ecc-95a2-de6454f49757" providerId="ADAL" clId="{E766A4BE-0378-4775-B47B-5C1D12988405}" dt="2025-11-29T21:04:31.410" v="1534" actId="478"/>
          <ac:picMkLst>
            <pc:docMk/>
            <pc:sldMk cId="196670269" sldId="262"/>
            <ac:picMk id="6" creationId="{A4ADBEE4-62B8-6527-2C3B-938927454F2C}"/>
          </ac:picMkLst>
        </pc:picChg>
        <pc:picChg chg="add del mod modCrop">
          <ac:chgData name="Joseph Abroquah" userId="d13c2c26-2cdf-4ecc-95a2-de6454f49757" providerId="ADAL" clId="{E766A4BE-0378-4775-B47B-5C1D12988405}" dt="2025-11-29T21:04:30.816" v="1533" actId="478"/>
          <ac:picMkLst>
            <pc:docMk/>
            <pc:sldMk cId="196670269" sldId="262"/>
            <ac:picMk id="8" creationId="{9E98F8CF-0046-46D0-37A6-5AE834E1171E}"/>
          </ac:picMkLst>
        </pc:picChg>
        <pc:picChg chg="add mod">
          <ac:chgData name="Joseph Abroquah" userId="d13c2c26-2cdf-4ecc-95a2-de6454f49757" providerId="ADAL" clId="{E766A4BE-0378-4775-B47B-5C1D12988405}" dt="2025-11-29T21:52:08.850" v="2220" actId="1076"/>
          <ac:picMkLst>
            <pc:docMk/>
            <pc:sldMk cId="196670269" sldId="262"/>
            <ac:picMk id="13" creationId="{7E3D1BB5-A601-8C2C-52FC-4454BC88BF25}"/>
          </ac:picMkLst>
        </pc:picChg>
        <pc:picChg chg="add mod ord">
          <ac:chgData name="Joseph Abroquah" userId="d13c2c26-2cdf-4ecc-95a2-de6454f49757" providerId="ADAL" clId="{E766A4BE-0378-4775-B47B-5C1D12988405}" dt="2025-11-29T21:52:42.080" v="2226" actId="1076"/>
          <ac:picMkLst>
            <pc:docMk/>
            <pc:sldMk cId="196670269" sldId="262"/>
            <ac:picMk id="16" creationId="{8D0FF416-BA37-0FE5-BE7D-515B0FC467F6}"/>
          </ac:picMkLst>
        </pc:picChg>
        <pc:picChg chg="del">
          <ac:chgData name="Joseph Abroquah" userId="d13c2c26-2cdf-4ecc-95a2-de6454f49757" providerId="ADAL" clId="{E766A4BE-0378-4775-B47B-5C1D12988405}" dt="2025-11-29T07:44:42.976" v="958" actId="478"/>
          <ac:picMkLst>
            <pc:docMk/>
            <pc:sldMk cId="196670269" sldId="262"/>
            <ac:picMk id="17" creationId="{72CC8CDC-CF5F-85D5-8681-21DD8858F9CA}"/>
          </ac:picMkLst>
        </pc:picChg>
        <pc:picChg chg="del mod">
          <ac:chgData name="Joseph Abroquah" userId="d13c2c26-2cdf-4ecc-95a2-de6454f49757" providerId="ADAL" clId="{E766A4BE-0378-4775-B47B-5C1D12988405}" dt="2025-11-29T20:33:24.219" v="1486" actId="478"/>
          <ac:picMkLst>
            <pc:docMk/>
            <pc:sldMk cId="196670269" sldId="262"/>
            <ac:picMk id="19" creationId="{F4E9CA1A-37B4-7A9D-E1D3-51D860F8799C}"/>
          </ac:picMkLst>
        </pc:picChg>
      </pc:sldChg>
      <pc:sldChg chg="addSp delSp modSp add mod ord">
        <pc:chgData name="Joseph Abroquah" userId="d13c2c26-2cdf-4ecc-95a2-de6454f49757" providerId="ADAL" clId="{E766A4BE-0378-4775-B47B-5C1D12988405}" dt="2025-11-29T22:13:49.134" v="3228" actId="20577"/>
        <pc:sldMkLst>
          <pc:docMk/>
          <pc:sldMk cId="3721969946" sldId="263"/>
        </pc:sldMkLst>
        <pc:spChg chg="del">
          <ac:chgData name="Joseph Abroquah" userId="d13c2c26-2cdf-4ecc-95a2-de6454f49757" providerId="ADAL" clId="{E766A4BE-0378-4775-B47B-5C1D12988405}" dt="2025-11-29T22:00:07.007" v="2283" actId="478"/>
          <ac:spMkLst>
            <pc:docMk/>
            <pc:sldMk cId="3721969946" sldId="263"/>
            <ac:spMk id="2" creationId="{D1ADC521-C0F2-9728-7BAA-99F92BD18173}"/>
          </ac:spMkLst>
        </pc:spChg>
        <pc:spChg chg="add del mod">
          <ac:chgData name="Joseph Abroquah" userId="d13c2c26-2cdf-4ecc-95a2-de6454f49757" providerId="ADAL" clId="{E766A4BE-0378-4775-B47B-5C1D12988405}" dt="2025-11-29T22:00:09.462" v="2284" actId="478"/>
          <ac:spMkLst>
            <pc:docMk/>
            <pc:sldMk cId="3721969946" sldId="263"/>
            <ac:spMk id="4" creationId="{0DBCE2C4-A8DA-C300-7FFB-6BBECF883455}"/>
          </ac:spMkLst>
        </pc:spChg>
        <pc:spChg chg="add mod">
          <ac:chgData name="Joseph Abroquah" userId="d13c2c26-2cdf-4ecc-95a2-de6454f49757" providerId="ADAL" clId="{E766A4BE-0378-4775-B47B-5C1D12988405}" dt="2025-11-29T22:13:49.134" v="3228" actId="20577"/>
          <ac:spMkLst>
            <pc:docMk/>
            <pc:sldMk cId="3721969946" sldId="263"/>
            <ac:spMk id="5" creationId="{F7695084-3BD3-611D-0BC5-DE9B9E558EA5}"/>
          </ac:spMkLst>
        </pc:spChg>
        <pc:spChg chg="del">
          <ac:chgData name="Joseph Abroquah" userId="d13c2c26-2cdf-4ecc-95a2-de6454f49757" providerId="ADAL" clId="{E766A4BE-0378-4775-B47B-5C1D12988405}" dt="2025-11-29T21:59:56.458" v="2282" actId="478"/>
          <ac:spMkLst>
            <pc:docMk/>
            <pc:sldMk cId="3721969946" sldId="263"/>
            <ac:spMk id="15" creationId="{C2384C74-8CB9-555A-EDFB-D4DD04AEA075}"/>
          </ac:spMkLst>
        </pc:spChg>
        <pc:picChg chg="del mod">
          <ac:chgData name="Joseph Abroquah" userId="d13c2c26-2cdf-4ecc-95a2-de6454f49757" providerId="ADAL" clId="{E766A4BE-0378-4775-B47B-5C1D12988405}" dt="2025-11-29T22:11:33.045" v="3165" actId="478"/>
          <ac:picMkLst>
            <pc:docMk/>
            <pc:sldMk cId="3721969946" sldId="263"/>
            <ac:picMk id="6" creationId="{F925B525-CADB-CD02-BF6D-7903DF547137}"/>
          </ac:picMkLst>
        </pc:picChg>
        <pc:picChg chg="add del mod">
          <ac:chgData name="Joseph Abroquah" userId="d13c2c26-2cdf-4ecc-95a2-de6454f49757" providerId="ADAL" clId="{E766A4BE-0378-4775-B47B-5C1D12988405}" dt="2025-11-29T22:12:04.395" v="3173" actId="478"/>
          <ac:picMkLst>
            <pc:docMk/>
            <pc:sldMk cId="3721969946" sldId="263"/>
            <ac:picMk id="7" creationId="{251F5B18-2807-C3AF-5414-99C9265FB066}"/>
          </ac:picMkLst>
        </pc:picChg>
        <pc:picChg chg="del">
          <ac:chgData name="Joseph Abroquah" userId="d13c2c26-2cdf-4ecc-95a2-de6454f49757" providerId="ADAL" clId="{E766A4BE-0378-4775-B47B-5C1D12988405}" dt="2025-11-29T21:59:49.794" v="2281" actId="478"/>
          <ac:picMkLst>
            <pc:docMk/>
            <pc:sldMk cId="3721969946" sldId="263"/>
            <ac:picMk id="8" creationId="{1EC398FA-82E3-D97F-4639-0D8C656C1A78}"/>
          </ac:picMkLst>
        </pc:picChg>
        <pc:picChg chg="add mod">
          <ac:chgData name="Joseph Abroquah" userId="d13c2c26-2cdf-4ecc-95a2-de6454f49757" providerId="ADAL" clId="{E766A4BE-0378-4775-B47B-5C1D12988405}" dt="2025-11-29T22:12:18.822" v="3180" actId="1076"/>
          <ac:picMkLst>
            <pc:docMk/>
            <pc:sldMk cId="3721969946" sldId="263"/>
            <ac:picMk id="9" creationId="{46548C0C-36E4-1E64-54F6-444B9E77D0F0}"/>
          </ac:picMkLst>
        </pc:picChg>
        <pc:picChg chg="add mod">
          <ac:chgData name="Joseph Abroquah" userId="d13c2c26-2cdf-4ecc-95a2-de6454f49757" providerId="ADAL" clId="{E766A4BE-0378-4775-B47B-5C1D12988405}" dt="2025-11-29T22:12:23.595" v="3181" actId="14100"/>
          <ac:picMkLst>
            <pc:docMk/>
            <pc:sldMk cId="3721969946" sldId="263"/>
            <ac:picMk id="10" creationId="{75212AE1-AD19-6AB7-34A5-BAFA6B3D66AA}"/>
          </ac:picMkLst>
        </pc:picChg>
      </pc:sldChg>
      <pc:sldChg chg="addSp delSp modSp add mod ord">
        <pc:chgData name="Joseph Abroquah" userId="d13c2c26-2cdf-4ecc-95a2-de6454f49757" providerId="ADAL" clId="{E766A4BE-0378-4775-B47B-5C1D12988405}" dt="2025-11-29T22:28:33.218" v="3556" actId="20577"/>
        <pc:sldMkLst>
          <pc:docMk/>
          <pc:sldMk cId="4148069702" sldId="264"/>
        </pc:sldMkLst>
        <pc:spChg chg="del">
          <ac:chgData name="Joseph Abroquah" userId="d13c2c26-2cdf-4ecc-95a2-de6454f49757" providerId="ADAL" clId="{E766A4BE-0378-4775-B47B-5C1D12988405}" dt="2025-11-29T22:14:13.230" v="3231" actId="478"/>
          <ac:spMkLst>
            <pc:docMk/>
            <pc:sldMk cId="4148069702" sldId="264"/>
            <ac:spMk id="2" creationId="{FA2483C6-10B5-9D73-1F32-859EF3461374}"/>
          </ac:spMkLst>
        </pc:spChg>
        <pc:spChg chg="add del mod">
          <ac:chgData name="Joseph Abroquah" userId="d13c2c26-2cdf-4ecc-95a2-de6454f49757" providerId="ADAL" clId="{E766A4BE-0378-4775-B47B-5C1D12988405}" dt="2025-11-29T22:14:16.398" v="3233" actId="478"/>
          <ac:spMkLst>
            <pc:docMk/>
            <pc:sldMk cId="4148069702" sldId="264"/>
            <ac:spMk id="4" creationId="{F1AA40BE-A9C9-06B9-6ADC-F4C16B3CBF11}"/>
          </ac:spMkLst>
        </pc:spChg>
        <pc:spChg chg="add mod">
          <ac:chgData name="Joseph Abroquah" userId="d13c2c26-2cdf-4ecc-95a2-de6454f49757" providerId="ADAL" clId="{E766A4BE-0378-4775-B47B-5C1D12988405}" dt="2025-11-29T22:20:11.376" v="3526" actId="1076"/>
          <ac:spMkLst>
            <pc:docMk/>
            <pc:sldMk cId="4148069702" sldId="264"/>
            <ac:spMk id="5" creationId="{56002497-26E2-FFF1-5088-5F194A376131}"/>
          </ac:spMkLst>
        </pc:spChg>
        <pc:spChg chg="add mod">
          <ac:chgData name="Joseph Abroquah" userId="d13c2c26-2cdf-4ecc-95a2-de6454f49757" providerId="ADAL" clId="{E766A4BE-0378-4775-B47B-5C1D12988405}" dt="2025-11-29T22:28:33.218" v="3556" actId="20577"/>
          <ac:spMkLst>
            <pc:docMk/>
            <pc:sldMk cId="4148069702" sldId="264"/>
            <ac:spMk id="7" creationId="{0DDA43DE-248F-CEF7-3E93-EEBB4689010B}"/>
          </ac:spMkLst>
        </pc:spChg>
        <pc:spChg chg="del mod">
          <ac:chgData name="Joseph Abroquah" userId="d13c2c26-2cdf-4ecc-95a2-de6454f49757" providerId="ADAL" clId="{E766A4BE-0378-4775-B47B-5C1D12988405}" dt="2025-11-29T22:14:18.075" v="3234" actId="478"/>
          <ac:spMkLst>
            <pc:docMk/>
            <pc:sldMk cId="4148069702" sldId="264"/>
            <ac:spMk id="15" creationId="{BC5E675B-C64D-2A6C-FCF3-E87DA6F26E05}"/>
          </ac:spMkLst>
        </pc:spChg>
        <pc:picChg chg="mod">
          <ac:chgData name="Joseph Abroquah" userId="d13c2c26-2cdf-4ecc-95a2-de6454f49757" providerId="ADAL" clId="{E766A4BE-0378-4775-B47B-5C1D12988405}" dt="2025-11-29T22:15:48.981" v="3272" actId="1076"/>
          <ac:picMkLst>
            <pc:docMk/>
            <pc:sldMk cId="4148069702" sldId="264"/>
            <ac:picMk id="6" creationId="{FFD8A19D-8223-8241-346B-D23B4976636B}"/>
          </ac:picMkLst>
        </pc:picChg>
        <pc:picChg chg="del">
          <ac:chgData name="Joseph Abroquah" userId="d13c2c26-2cdf-4ecc-95a2-de6454f49757" providerId="ADAL" clId="{E766A4BE-0378-4775-B47B-5C1D12988405}" dt="2025-11-29T22:11:53.226" v="3168" actId="21"/>
          <ac:picMkLst>
            <pc:docMk/>
            <pc:sldMk cId="4148069702" sldId="264"/>
            <ac:picMk id="8" creationId="{46548C0C-36E4-1E64-54F6-444B9E77D0F0}"/>
          </ac:picMkLst>
        </pc:picChg>
      </pc:sldChg>
      <pc:sldChg chg="add del">
        <pc:chgData name="Joseph Abroquah" userId="d13c2c26-2cdf-4ecc-95a2-de6454f49757" providerId="ADAL" clId="{E766A4BE-0378-4775-B47B-5C1D12988405}" dt="2025-11-29T22:19:31.674" v="3525" actId="47"/>
        <pc:sldMkLst>
          <pc:docMk/>
          <pc:sldMk cId="2395835221" sldId="265"/>
        </pc:sldMkLst>
      </pc:sldChg>
      <pc:sldChg chg="addSp delSp modSp add del mod">
        <pc:chgData name="Joseph Abroquah" userId="d13c2c26-2cdf-4ecc-95a2-de6454f49757" providerId="ADAL" clId="{E766A4BE-0378-4775-B47B-5C1D12988405}" dt="2025-11-29T22:19:31.674" v="3525" actId="47"/>
        <pc:sldMkLst>
          <pc:docMk/>
          <pc:sldMk cId="3154849515" sldId="266"/>
        </pc:sldMkLst>
        <pc:spChg chg="del">
          <ac:chgData name="Joseph Abroquah" userId="d13c2c26-2cdf-4ecc-95a2-de6454f49757" providerId="ADAL" clId="{E766A4BE-0378-4775-B47B-5C1D12988405}" dt="2025-11-29T20:54:38.840" v="1502" actId="478"/>
          <ac:spMkLst>
            <pc:docMk/>
            <pc:sldMk cId="3154849515" sldId="266"/>
            <ac:spMk id="2" creationId="{FFC8E6ED-E655-32F3-D6D4-C2BB65F0DF77}"/>
          </ac:spMkLst>
        </pc:spChg>
        <pc:spChg chg="add del mod">
          <ac:chgData name="Joseph Abroquah" userId="d13c2c26-2cdf-4ecc-95a2-de6454f49757" providerId="ADAL" clId="{E766A4BE-0378-4775-B47B-5C1D12988405}" dt="2025-11-29T20:54:40.282" v="1503" actId="478"/>
          <ac:spMkLst>
            <pc:docMk/>
            <pc:sldMk cId="3154849515" sldId="266"/>
            <ac:spMk id="4" creationId="{D252F085-EF00-5D76-4E9D-39257B2AB042}"/>
          </ac:spMkLst>
        </pc:spChg>
        <pc:spChg chg="del">
          <ac:chgData name="Joseph Abroquah" userId="d13c2c26-2cdf-4ecc-95a2-de6454f49757" providerId="ADAL" clId="{E766A4BE-0378-4775-B47B-5C1D12988405}" dt="2025-11-29T20:54:35.346" v="1501" actId="478"/>
          <ac:spMkLst>
            <pc:docMk/>
            <pc:sldMk cId="3154849515" sldId="266"/>
            <ac:spMk id="15" creationId="{462DFB3D-C443-77D4-65F4-1E426D187139}"/>
          </ac:spMkLst>
        </pc:spChg>
        <pc:picChg chg="del mod">
          <ac:chgData name="Joseph Abroquah" userId="d13c2c26-2cdf-4ecc-95a2-de6454f49757" providerId="ADAL" clId="{E766A4BE-0378-4775-B47B-5C1D12988405}" dt="2025-11-29T21:02:22.086" v="1506" actId="478"/>
          <ac:picMkLst>
            <pc:docMk/>
            <pc:sldMk cId="3154849515" sldId="266"/>
            <ac:picMk id="6" creationId="{53B3C0F5-49E0-2A21-52E5-5F63B466B96A}"/>
          </ac:picMkLst>
        </pc:picChg>
        <pc:picChg chg="add del mod modCrop">
          <ac:chgData name="Joseph Abroquah" userId="d13c2c26-2cdf-4ecc-95a2-de6454f49757" providerId="ADAL" clId="{E766A4BE-0378-4775-B47B-5C1D12988405}" dt="2025-11-29T22:12:07.728" v="3174" actId="21"/>
          <ac:picMkLst>
            <pc:docMk/>
            <pc:sldMk cId="3154849515" sldId="266"/>
            <ac:picMk id="7" creationId="{75212AE1-AD19-6AB7-34A5-BAFA6B3D66AA}"/>
          </ac:picMkLst>
        </pc:picChg>
        <pc:picChg chg="mod">
          <ac:chgData name="Joseph Abroquah" userId="d13c2c26-2cdf-4ecc-95a2-de6454f49757" providerId="ADAL" clId="{E766A4BE-0378-4775-B47B-5C1D12988405}" dt="2025-11-29T20:54:43.366" v="1504" actId="1076"/>
          <ac:picMkLst>
            <pc:docMk/>
            <pc:sldMk cId="3154849515" sldId="266"/>
            <ac:picMk id="8" creationId="{D73D33FD-90B7-6C0C-8B33-EEB97554C6E0}"/>
          </ac:picMkLst>
        </pc:picChg>
        <pc:picChg chg="add del mod modCrop">
          <ac:chgData name="Joseph Abroquah" userId="d13c2c26-2cdf-4ecc-95a2-de6454f49757" providerId="ADAL" clId="{E766A4BE-0378-4775-B47B-5C1D12988405}" dt="2025-11-29T21:04:14.857" v="1531" actId="478"/>
          <ac:picMkLst>
            <pc:docMk/>
            <pc:sldMk cId="3154849515" sldId="266"/>
            <ac:picMk id="10" creationId="{E033149C-D14B-1B48-8AC4-8496FAEDF9B6}"/>
          </ac:picMkLst>
        </pc:picChg>
        <pc:picChg chg="add del mod modCrop">
          <ac:chgData name="Joseph Abroquah" userId="d13c2c26-2cdf-4ecc-95a2-de6454f49757" providerId="ADAL" clId="{E766A4BE-0378-4775-B47B-5C1D12988405}" dt="2025-11-29T22:09:12.705" v="3130" actId="21"/>
          <ac:picMkLst>
            <pc:docMk/>
            <pc:sldMk cId="3154849515" sldId="266"/>
            <ac:picMk id="12" creationId="{2962D266-E7CC-18CF-7DB0-2124DC29D53C}"/>
          </ac:picMkLst>
        </pc:picChg>
      </pc:sldChg>
      <pc:sldChg chg="addSp delSp modSp add mod">
        <pc:chgData name="Joseph Abroquah" userId="d13c2c26-2cdf-4ecc-95a2-de6454f49757" providerId="ADAL" clId="{E766A4BE-0378-4775-B47B-5C1D12988405}" dt="2025-11-29T22:09:51.191" v="3161" actId="20577"/>
        <pc:sldMkLst>
          <pc:docMk/>
          <pc:sldMk cId="2748595817" sldId="267"/>
        </pc:sldMkLst>
        <pc:spChg chg="mod">
          <ac:chgData name="Joseph Abroquah" userId="d13c2c26-2cdf-4ecc-95a2-de6454f49757" providerId="ADAL" clId="{E766A4BE-0378-4775-B47B-5C1D12988405}" dt="2025-11-29T22:01:32.804" v="2422" actId="20577"/>
          <ac:spMkLst>
            <pc:docMk/>
            <pc:sldMk cId="2748595817" sldId="267"/>
            <ac:spMk id="2" creationId="{47DCA464-7188-2F6E-5344-473CE127685E}"/>
          </ac:spMkLst>
        </pc:spChg>
        <pc:spChg chg="add mod">
          <ac:chgData name="Joseph Abroquah" userId="d13c2c26-2cdf-4ecc-95a2-de6454f49757" providerId="ADAL" clId="{E766A4BE-0378-4775-B47B-5C1D12988405}" dt="2025-11-29T22:09:33.313" v="3158" actId="1076"/>
          <ac:spMkLst>
            <pc:docMk/>
            <pc:sldMk cId="2748595817" sldId="267"/>
            <ac:spMk id="3" creationId="{94114D3B-5E4B-1A3E-53BE-C60BF5252380}"/>
          </ac:spMkLst>
        </pc:spChg>
        <pc:spChg chg="mod">
          <ac:chgData name="Joseph Abroquah" userId="d13c2c26-2cdf-4ecc-95a2-de6454f49757" providerId="ADAL" clId="{E766A4BE-0378-4775-B47B-5C1D12988405}" dt="2025-11-29T22:09:51.191" v="3161" actId="20577"/>
          <ac:spMkLst>
            <pc:docMk/>
            <pc:sldMk cId="2748595817" sldId="267"/>
            <ac:spMk id="15" creationId="{545E6844-1BEF-A427-2F82-7766BA008697}"/>
          </ac:spMkLst>
        </pc:spChg>
        <pc:spChg chg="del">
          <ac:chgData name="Joseph Abroquah" userId="d13c2c26-2cdf-4ecc-95a2-de6454f49757" providerId="ADAL" clId="{E766A4BE-0378-4775-B47B-5C1D12988405}" dt="2025-11-29T22:07:43.360" v="2947" actId="478"/>
          <ac:spMkLst>
            <pc:docMk/>
            <pc:sldMk cId="2748595817" sldId="267"/>
            <ac:spMk id="18" creationId="{B52BD716-E251-AFC5-EC53-C8F0CF576DC9}"/>
          </ac:spMkLst>
        </pc:spChg>
        <pc:spChg chg="del">
          <ac:chgData name="Joseph Abroquah" userId="d13c2c26-2cdf-4ecc-95a2-de6454f49757" providerId="ADAL" clId="{E766A4BE-0378-4775-B47B-5C1D12988405}" dt="2025-11-29T22:07:46.940" v="2949" actId="478"/>
          <ac:spMkLst>
            <pc:docMk/>
            <pc:sldMk cId="2748595817" sldId="267"/>
            <ac:spMk id="24" creationId="{ABB9271A-406F-5F00-1238-D5E2280ED147}"/>
          </ac:spMkLst>
        </pc:spChg>
        <pc:picChg chg="add mod">
          <ac:chgData name="Joseph Abroquah" userId="d13c2c26-2cdf-4ecc-95a2-de6454f49757" providerId="ADAL" clId="{E766A4BE-0378-4775-B47B-5C1D12988405}" dt="2025-11-29T22:09:16.946" v="3132" actId="1076"/>
          <ac:picMkLst>
            <pc:docMk/>
            <pc:sldMk cId="2748595817" sldId="267"/>
            <ac:picMk id="12" creationId="{2962D266-E7CC-18CF-7DB0-2124DC29D53C}"/>
          </ac:picMkLst>
        </pc:picChg>
        <pc:picChg chg="del">
          <ac:chgData name="Joseph Abroquah" userId="d13c2c26-2cdf-4ecc-95a2-de6454f49757" providerId="ADAL" clId="{E766A4BE-0378-4775-B47B-5C1D12988405}" dt="2025-11-29T22:07:42.165" v="2946" actId="478"/>
          <ac:picMkLst>
            <pc:docMk/>
            <pc:sldMk cId="2748595817" sldId="267"/>
            <ac:picMk id="13" creationId="{2C49FC8D-52B9-23CB-547F-5B5A6A04A9F7}"/>
          </ac:picMkLst>
        </pc:picChg>
        <pc:picChg chg="del">
          <ac:chgData name="Joseph Abroquah" userId="d13c2c26-2cdf-4ecc-95a2-de6454f49757" providerId="ADAL" clId="{E766A4BE-0378-4775-B47B-5C1D12988405}" dt="2025-11-29T22:07:44.038" v="2948" actId="478"/>
          <ac:picMkLst>
            <pc:docMk/>
            <pc:sldMk cId="2748595817" sldId="267"/>
            <ac:picMk id="16" creationId="{824B79B8-F380-29BA-21A6-3AF4C1DC1C6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4575-FB9C-5F59-BD62-F3B998532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1851D-FF54-8EAA-433D-618D271D2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E78CC-F46A-FBF2-F5E8-0DD1940F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4F9C2-AF41-F836-C3A6-0E485201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5B1B5-E57F-FF0B-D356-EFDF67791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2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0C4E-3EEF-E4E6-C665-FFF48D69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EF8A8-A383-1067-B9B9-033FB43AE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30599-5A4D-7B6A-C618-481F7C6A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ADD4B-42E1-B1FB-1D42-85ABE351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C81B6-BF3B-CAFF-2685-ED346527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0629-640D-6EB3-B427-BF009A7A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1B73F-614D-D3A8-4BF5-FE04221AD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5472D-E9DC-5DFC-4892-590CB08B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7431C-F7E5-ECAE-B76E-47CA05C7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888D0-9A44-5388-E8EA-4BC48883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CC2F-C555-1F12-782F-36382E2E8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3E054-4CF8-5E78-BD58-553B1A20A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72309-7401-D902-62AB-99B91568D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73834-0B87-73C7-E42D-1F69267C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91E08-5A88-A4EB-D375-3AD51C10F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9AB1A-AADA-B181-5CF0-389D372B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7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592ED-FE74-FB99-A820-E5E71F22A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9C23-DD46-853A-B765-E30A0BA43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81773-56E5-EC47-C3C7-615E84819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B7FB2-8727-C4B7-E7E2-0FB88214B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A1DDB1-3B36-9CF7-BBB0-B5409B016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CAE41-E448-DD63-D3FC-758CA006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9CC838-F1DE-675E-7185-FF0A8C93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84E138-6E07-F03F-C422-ACD08468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2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A663-DC70-8CB6-D36F-6CD48DE32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73564-87CD-B05F-4065-A146263B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B0A3B4-7C63-CD00-9ADE-C569A8F7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92ACD-9ABD-79A2-2B06-65383AA8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7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AFD614-66FF-3BF8-B82D-2AF5184D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90530-701B-AA54-2963-4C339ADB5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73E6A-1B1A-8282-DA86-685489D8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52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7FCB9-4615-54D1-813D-D54FBB73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CD2F-9A19-13E5-9150-902E46575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0148E-2125-3A38-E60F-D865944DD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3AF34-5168-AEA1-F524-1C0B7374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9014E-8BB9-2CFA-2E49-5AF4698F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68E04-A394-2221-A9E5-EC0C7A1E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8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4107-5DAE-8AE4-294D-FCCD2BE2A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8A804-9FF4-C305-7814-8A535D6D6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00927-6F7A-B2B0-F91C-104ED122F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F0EB8-E746-05B2-99C0-875A85D2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8A1FF-4543-6E34-C65A-B1CAE341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AA093-FD01-3F37-8884-4EA8205B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8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90E6-3457-78AD-E8D8-814695DA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595C8-8A77-8687-9E30-2DE86522A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4FBA1-0A1D-9E26-6E5B-C527FEA8F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B9C73-AFE9-8E87-E851-5D937784D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E6466-2659-00E1-D908-0B1E3EC9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80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650880-CE94-58E4-135E-9CEC68506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CCB50-40DF-3DB9-42C5-23F6B0D45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AD90C-1BCE-7268-891D-C916A598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E9C52-79C7-AA77-8727-42725F81A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1ED67-5F2C-8211-817D-79ED98E7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4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42FA86-1E14-68C7-80EA-869334B9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7846D-FE29-54B6-9ACC-D88D45556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38161-E4FA-E4A6-47FA-00A975EDA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4B094-7078-497B-B5B9-5D504570C2B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03709-EF1A-5FD3-4CDB-0D0C46F10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FC11F-473C-31CF-1197-59531EA2D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EDC07-9778-4AD8-B98D-09837E6DE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09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2BE9B-AD26-B9F1-5256-5E80B0AC4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41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Lab 11 and 12 Report</a:t>
            </a:r>
            <a:br>
              <a:rPr lang="en-US" sz="3600" dirty="0"/>
            </a:br>
            <a:r>
              <a:rPr lang="en-US" sz="3600" dirty="0"/>
              <a:t>Joseph Abroquah</a:t>
            </a:r>
            <a:br>
              <a:rPr lang="en-US" sz="3600" dirty="0"/>
            </a:br>
            <a:r>
              <a:rPr lang="en-US" sz="3600" dirty="0"/>
              <a:t>Data Collected: 11/10/2025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49CF5-CF55-6022-FF40-90810E5FF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49277"/>
            <a:ext cx="6619015" cy="3307784"/>
          </a:xfrm>
        </p:spPr>
        <p:txBody>
          <a:bodyPr>
            <a:normAutofit fontScale="92500" lnSpcReduction="10000"/>
          </a:bodyPr>
          <a:lstStyle/>
          <a:p>
            <a:r>
              <a:rPr lang="en-US" u="sng" dirty="0"/>
              <a:t>POR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Use DMM to measure the 2-wire resistance of each trace.</a:t>
            </a:r>
          </a:p>
          <a:p>
            <a:pPr lvl="1"/>
            <a:r>
              <a:rPr lang="en-US" dirty="0"/>
              <a:t>Use the 4-wire measurement method to measure the voltage drop across the traces, then calculate the resistance based on Ohm’s law.</a:t>
            </a:r>
          </a:p>
          <a:p>
            <a:pPr lvl="1"/>
            <a:r>
              <a:rPr lang="en-US" dirty="0"/>
              <a:t>Using the 4-wire method, progressively increase the current through the 6 mil trace to determine their maximum current capacity before they begin to smoke.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53650A-EFB0-74E2-E94B-727B25044C12}"/>
              </a:ext>
            </a:extLst>
          </p:cNvPr>
          <p:cNvSpPr txBox="1">
            <a:spLocks/>
          </p:cNvSpPr>
          <p:nvPr/>
        </p:nvSpPr>
        <p:spPr>
          <a:xfrm>
            <a:off x="0" y="1531105"/>
            <a:ext cx="6836181" cy="14767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u="sng" dirty="0"/>
              <a:t>Goal</a:t>
            </a:r>
            <a:r>
              <a:rPr lang="en-US" sz="2400" dirty="0"/>
              <a:t>:  To estimate PCB trace resistances, measure it using 2-wire and 4-wire methods, compare measurement accuracy and determine the maximum current the traces can safely carry before burning.</a:t>
            </a:r>
          </a:p>
          <a:p>
            <a:pPr algn="just"/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4F49C5-F013-AAE8-CCE3-02288ADC52AF}"/>
              </a:ext>
            </a:extLst>
          </p:cNvPr>
          <p:cNvSpPr txBox="1"/>
          <p:nvPr/>
        </p:nvSpPr>
        <p:spPr>
          <a:xfrm>
            <a:off x="8145483" y="2600888"/>
            <a:ext cx="2370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2-layer board with different traces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5B62B0-F978-6F05-3F03-B21880300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8118632" y="-415198"/>
            <a:ext cx="2237954" cy="36223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DAD435-0AAB-A511-4C97-D6559E81BD97}"/>
                  </a:ext>
                </a:extLst>
              </p:cNvPr>
              <p:cNvSpPr txBox="1"/>
              <p:nvPr/>
            </p:nvSpPr>
            <p:spPr>
              <a:xfrm>
                <a:off x="7104888" y="3611880"/>
                <a:ext cx="4942568" cy="2548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Trace length: 1 inch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resistance of a trace depends on the bulk resistivity,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, the length,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, and the cross-sectional area,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Mathematically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=0.66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𝑖𝑛𝑐h</m:t>
                    </m:r>
                  </m:oMath>
                </a14:m>
                <a:r>
                  <a:rPr lang="en-US" dirty="0"/>
                  <a:t> (for copper)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DAD435-0AAB-A511-4C97-D6559E81B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888" y="3611880"/>
                <a:ext cx="4942568" cy="2548070"/>
              </a:xfrm>
              <a:prstGeom prst="rect">
                <a:avLst/>
              </a:prstGeom>
              <a:blipFill>
                <a:blip r:embed="rId3"/>
                <a:stretch>
                  <a:fillRect l="-864" t="-1199" r="-1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653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278B1-0184-9C30-E914-E1FBA18B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D0FF416-BA37-0FE5-BE7D-515B0FC46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330" y="2947050"/>
            <a:ext cx="5189670" cy="22633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B26FA3-B7FC-FE7A-9782-52600E6BD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33" y="137838"/>
            <a:ext cx="3234319" cy="646331"/>
          </a:xfrm>
        </p:spPr>
        <p:txBody>
          <a:bodyPr>
            <a:normAutofit/>
          </a:bodyPr>
          <a:lstStyle/>
          <a:p>
            <a:pPr>
              <a:lnSpc>
                <a:spcPct val="0"/>
              </a:lnSpc>
            </a:pPr>
            <a:r>
              <a:rPr lang="en-US" sz="3600" dirty="0"/>
              <a:t>Experiments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787564-1B1E-B6EF-73B3-BCF3F1F57366}"/>
                  </a:ext>
                </a:extLst>
              </p:cNvPr>
              <p:cNvSpPr txBox="1"/>
              <p:nvPr/>
            </p:nvSpPr>
            <p:spPr>
              <a:xfrm>
                <a:off x="104887" y="506952"/>
                <a:ext cx="659118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The trace is checked for connectivity using a DMM.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Trace resistance are estimated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 a 1 oz copper, the sheet resistance is 0.5 m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squares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6 mil </a:t>
                </a:r>
                <a:r>
                  <a:rPr lang="en-US" dirty="0">
                    <a:sym typeface="Wingdings" panose="05000000000000000000" pitchFamily="2" charset="2"/>
                  </a:rPr>
                  <a:t> 0.006 inch  0.5/0.006 = 83.3 m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Ω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10 mil </a:t>
                </a:r>
                <a:r>
                  <a:rPr lang="en-US" dirty="0">
                    <a:sym typeface="Wingdings" panose="05000000000000000000" pitchFamily="2" charset="2"/>
                  </a:rPr>
                  <a:t> 0.01 inch  0.5/0.01 = 50 m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Ω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20 mil </a:t>
                </a:r>
                <a:r>
                  <a:rPr lang="en-US" dirty="0">
                    <a:sym typeface="Wingdings" panose="05000000000000000000" pitchFamily="2" charset="2"/>
                  </a:rPr>
                  <a:t> 0.02 inch  0.5/0.02 =  25 m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Ω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100 mil </a:t>
                </a:r>
                <a:r>
                  <a:rPr lang="en-US" dirty="0">
                    <a:sym typeface="Wingdings" panose="05000000000000000000" pitchFamily="2" charset="2"/>
                  </a:rPr>
                  <a:t> 0.1 inch  0.5/0.1 = 5 m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Ω</m:t>
                    </m:r>
                  </m:oMath>
                </a14:m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Each trace resistance is measured using a 2-wire DMM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Each trace resistance is measured using a 4-wire method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Maximum current until trace blows up is measured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Current through the 6 mil is progressively increased until the trace starts to smoke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787564-1B1E-B6EF-73B3-BCF3F1F57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87" y="506952"/>
                <a:ext cx="6591187" cy="3416320"/>
              </a:xfrm>
              <a:prstGeom prst="rect">
                <a:avLst/>
              </a:prstGeom>
              <a:blipFill>
                <a:blip r:embed="rId3"/>
                <a:stretch>
                  <a:fillRect l="-833" t="-1070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375983EF-7DF1-37F1-80A9-92BCA36903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9403110"/>
                  </p:ext>
                </p:extLst>
              </p:nvPr>
            </p:nvGraphicFramePr>
            <p:xfrm>
              <a:off x="267833" y="4148666"/>
              <a:ext cx="7660015" cy="2123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05519">
                      <a:extLst>
                        <a:ext uri="{9D8B030D-6E8A-4147-A177-3AD203B41FA5}">
                          <a16:colId xmlns:a16="http://schemas.microsoft.com/office/drawing/2014/main" val="3504172825"/>
                        </a:ext>
                      </a:extLst>
                    </a:gridCol>
                    <a:gridCol w="1211268">
                      <a:extLst>
                        <a:ext uri="{9D8B030D-6E8A-4147-A177-3AD203B41FA5}">
                          <a16:colId xmlns:a16="http://schemas.microsoft.com/office/drawing/2014/main" val="3054293866"/>
                        </a:ext>
                      </a:extLst>
                    </a:gridCol>
                    <a:gridCol w="1193604">
                      <a:extLst>
                        <a:ext uri="{9D8B030D-6E8A-4147-A177-3AD203B41FA5}">
                          <a16:colId xmlns:a16="http://schemas.microsoft.com/office/drawing/2014/main" val="274810100"/>
                        </a:ext>
                      </a:extLst>
                    </a:gridCol>
                    <a:gridCol w="3849624">
                      <a:extLst>
                        <a:ext uri="{9D8B030D-6E8A-4147-A177-3AD203B41FA5}">
                          <a16:colId xmlns:a16="http://schemas.microsoft.com/office/drawing/2014/main" val="16037566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Line width (mil)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Estimate 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2-Wire 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4-Wire with 1 A current </a:t>
                          </a:r>
                        </a:p>
                        <a:p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475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83.3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83053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75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377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089034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375983EF-7DF1-37F1-80A9-92BCA36903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9403110"/>
                  </p:ext>
                </p:extLst>
              </p:nvPr>
            </p:nvGraphicFramePr>
            <p:xfrm>
              <a:off x="267833" y="4148666"/>
              <a:ext cx="7660015" cy="2123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05519">
                      <a:extLst>
                        <a:ext uri="{9D8B030D-6E8A-4147-A177-3AD203B41FA5}">
                          <a16:colId xmlns:a16="http://schemas.microsoft.com/office/drawing/2014/main" val="3504172825"/>
                        </a:ext>
                      </a:extLst>
                    </a:gridCol>
                    <a:gridCol w="1211268">
                      <a:extLst>
                        <a:ext uri="{9D8B030D-6E8A-4147-A177-3AD203B41FA5}">
                          <a16:colId xmlns:a16="http://schemas.microsoft.com/office/drawing/2014/main" val="3054293866"/>
                        </a:ext>
                      </a:extLst>
                    </a:gridCol>
                    <a:gridCol w="1193604">
                      <a:extLst>
                        <a:ext uri="{9D8B030D-6E8A-4147-A177-3AD203B41FA5}">
                          <a16:colId xmlns:a16="http://schemas.microsoft.com/office/drawing/2014/main" val="274810100"/>
                        </a:ext>
                      </a:extLst>
                    </a:gridCol>
                    <a:gridCol w="3849624">
                      <a:extLst>
                        <a:ext uri="{9D8B030D-6E8A-4147-A177-3AD203B41FA5}">
                          <a16:colId xmlns:a16="http://schemas.microsoft.com/office/drawing/2014/main" val="160375664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Line width (mil)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6583" t="-3810" r="-418090" b="-2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19898" t="-3810" r="-324490" b="-2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9209" t="-3810" r="-633" b="-24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475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83.3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83053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75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377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089034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E3D1BB5-A601-8C2C-52FC-4454BC88B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741" y="137838"/>
            <a:ext cx="4587638" cy="23395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E2EF06D-A7C7-8462-8E51-AD419261598E}"/>
              </a:ext>
            </a:extLst>
          </p:cNvPr>
          <p:cNvSpPr txBox="1"/>
          <p:nvPr/>
        </p:nvSpPr>
        <p:spPr>
          <a:xfrm>
            <a:off x="8067002" y="2454243"/>
            <a:ext cx="3060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Schematic for 2-wire method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DEE206-0DBE-D02B-7103-7630239118C3}"/>
              </a:ext>
            </a:extLst>
          </p:cNvPr>
          <p:cNvSpPr txBox="1"/>
          <p:nvPr/>
        </p:nvSpPr>
        <p:spPr>
          <a:xfrm>
            <a:off x="8352752" y="5162498"/>
            <a:ext cx="3060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Schematic for 4-wire method</a:t>
            </a:r>
          </a:p>
        </p:txBody>
      </p:sp>
    </p:spTree>
    <p:extLst>
      <p:ext uri="{BB962C8B-B14F-4D97-AF65-F5344CB8AC3E}">
        <p14:creationId xmlns:p14="http://schemas.microsoft.com/office/powerpoint/2010/main" val="196670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613EC-9813-279D-02A2-F73BBA01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7695084-3BD3-611D-0BC5-DE9B9E558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33" y="137838"/>
            <a:ext cx="8542792" cy="646331"/>
          </a:xfrm>
        </p:spPr>
        <p:txBody>
          <a:bodyPr>
            <a:normAutofit/>
          </a:bodyPr>
          <a:lstStyle/>
          <a:p>
            <a:pPr>
              <a:lnSpc>
                <a:spcPct val="0"/>
              </a:lnSpc>
            </a:pPr>
            <a:r>
              <a:rPr lang="en-US" sz="3600" dirty="0"/>
              <a:t>Figures of 4-wire measurement method</a:t>
            </a:r>
          </a:p>
        </p:txBody>
      </p:sp>
      <p:pic>
        <p:nvPicPr>
          <p:cNvPr id="9" name="Picture 8" descr="A green circuit board with red wires connected to a computer&#10;&#10;AI-generated content may be incorrect.">
            <a:extLst>
              <a:ext uri="{FF2B5EF4-FFF2-40B4-BE49-F238E27FC236}">
                <a16:creationId xmlns:a16="http://schemas.microsoft.com/office/drawing/2014/main" id="{46548C0C-36E4-1E64-54F6-444B9E77D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1" t="4861"/>
          <a:stretch>
            <a:fillRect/>
          </a:stretch>
        </p:blipFill>
        <p:spPr>
          <a:xfrm>
            <a:off x="6333167" y="622244"/>
            <a:ext cx="3541999" cy="5379755"/>
          </a:xfrm>
          <a:prstGeom prst="rect">
            <a:avLst/>
          </a:prstGeom>
        </p:spPr>
      </p:pic>
      <p:pic>
        <p:nvPicPr>
          <p:cNvPr id="10" name="Picture 9" descr="A group of electronic devices&#10;&#10;AI-generated content may be incorrect.">
            <a:extLst>
              <a:ext uri="{FF2B5EF4-FFF2-40B4-BE49-F238E27FC236}">
                <a16:creationId xmlns:a16="http://schemas.microsoft.com/office/drawing/2014/main" id="{75212AE1-AD19-6AB7-34A5-BAFA6B3D66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07" t="4860" r="2407"/>
          <a:stretch>
            <a:fillRect/>
          </a:stretch>
        </p:blipFill>
        <p:spPr>
          <a:xfrm>
            <a:off x="1602887" y="622244"/>
            <a:ext cx="4255947" cy="539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69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6C56D-5027-6D13-283A-2DEA247B7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D8A19D-8223-8241-346B-D23B49766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85" y="593112"/>
            <a:ext cx="6708031" cy="56717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6002497-26E2-FFF1-5088-5F194A37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85" y="175938"/>
            <a:ext cx="8542792" cy="646331"/>
          </a:xfrm>
        </p:spPr>
        <p:txBody>
          <a:bodyPr>
            <a:normAutofit/>
          </a:bodyPr>
          <a:lstStyle/>
          <a:p>
            <a:pPr>
              <a:lnSpc>
                <a:spcPct val="0"/>
              </a:lnSpc>
            </a:pPr>
            <a:r>
              <a:rPr lang="en-US" sz="3600" dirty="0"/>
              <a:t>Max current handling capacity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DA43DE-248F-CEF7-3E93-EEBB4689010B}"/>
                  </a:ext>
                </a:extLst>
              </p:cNvPr>
              <p:cNvSpPr txBox="1"/>
              <p:nvPr/>
            </p:nvSpPr>
            <p:spPr>
              <a:xfrm>
                <a:off x="7334250" y="755594"/>
                <a:ext cx="4429125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Saturn PCB tool shown on the left is used to estimate the maximum current for the 6 mil wide trace and the 20 mil wide trace.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maximum current of 6 mil and 20 mil is 1.09 and 2.35 A respectively for 40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</a:t>
                </a:r>
                <a:r>
                  <a:rPr lang="en-US"/>
                  <a:t>temperature rise.</a:t>
                </a:r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DA43DE-248F-CEF7-3E93-EEBB46890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50" y="755594"/>
                <a:ext cx="4429125" cy="2031325"/>
              </a:xfrm>
              <a:prstGeom prst="rect">
                <a:avLst/>
              </a:prstGeom>
              <a:blipFill>
                <a:blip r:embed="rId3"/>
                <a:stretch>
                  <a:fillRect l="-825" t="-1502" b="-4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8069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B6AF0-8B19-64B9-ACD8-FD7FB4DC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CA464-7188-2F6E-5344-473CE1276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33" y="137838"/>
            <a:ext cx="3234319" cy="646331"/>
          </a:xfrm>
        </p:spPr>
        <p:txBody>
          <a:bodyPr>
            <a:normAutofit/>
          </a:bodyPr>
          <a:lstStyle/>
          <a:p>
            <a:pPr>
              <a:lnSpc>
                <a:spcPct val="0"/>
              </a:lnSpc>
            </a:pPr>
            <a:r>
              <a:rPr lang="en-US" sz="3600" dirty="0"/>
              <a:t>Findings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5E6844-1BEF-A427-2F82-7766BA008697}"/>
              </a:ext>
            </a:extLst>
          </p:cNvPr>
          <p:cNvSpPr txBox="1"/>
          <p:nvPr/>
        </p:nvSpPr>
        <p:spPr>
          <a:xfrm>
            <a:off x="104887" y="506952"/>
            <a:ext cx="65911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results of the 2-wire method are more accurate for measuring large resistances. For lower resistances, their accuracy is impacted by contact and lead resistance.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4-wire method provides a more accurate measure of trace resistance by eliminating the effects of the contact and lead.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4-wire method is closed to calculated values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the 4-wire method, the maximum current until the 6 mil trace starts smoking is around 4.2 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burnt trace is shown in Fig. 1.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44A4713-D17E-7209-A626-9C22E24DD7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7833" y="4148666"/>
              <a:ext cx="7660015" cy="2123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05519">
                      <a:extLst>
                        <a:ext uri="{9D8B030D-6E8A-4147-A177-3AD203B41FA5}">
                          <a16:colId xmlns:a16="http://schemas.microsoft.com/office/drawing/2014/main" val="3504172825"/>
                        </a:ext>
                      </a:extLst>
                    </a:gridCol>
                    <a:gridCol w="1211268">
                      <a:extLst>
                        <a:ext uri="{9D8B030D-6E8A-4147-A177-3AD203B41FA5}">
                          <a16:colId xmlns:a16="http://schemas.microsoft.com/office/drawing/2014/main" val="3054293866"/>
                        </a:ext>
                      </a:extLst>
                    </a:gridCol>
                    <a:gridCol w="1193604">
                      <a:extLst>
                        <a:ext uri="{9D8B030D-6E8A-4147-A177-3AD203B41FA5}">
                          <a16:colId xmlns:a16="http://schemas.microsoft.com/office/drawing/2014/main" val="274810100"/>
                        </a:ext>
                      </a:extLst>
                    </a:gridCol>
                    <a:gridCol w="3849624">
                      <a:extLst>
                        <a:ext uri="{9D8B030D-6E8A-4147-A177-3AD203B41FA5}">
                          <a16:colId xmlns:a16="http://schemas.microsoft.com/office/drawing/2014/main" val="16037566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Line width (mil)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Estimate 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2-Wire 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4-Wire with 1 A current </a:t>
                          </a:r>
                        </a:p>
                        <a:p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475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83.3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83053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75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377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089034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44A4713-D17E-7209-A626-9C22E24DD7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7833" y="4148666"/>
              <a:ext cx="7660015" cy="2123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05519">
                      <a:extLst>
                        <a:ext uri="{9D8B030D-6E8A-4147-A177-3AD203B41FA5}">
                          <a16:colId xmlns:a16="http://schemas.microsoft.com/office/drawing/2014/main" val="3504172825"/>
                        </a:ext>
                      </a:extLst>
                    </a:gridCol>
                    <a:gridCol w="1211268">
                      <a:extLst>
                        <a:ext uri="{9D8B030D-6E8A-4147-A177-3AD203B41FA5}">
                          <a16:colId xmlns:a16="http://schemas.microsoft.com/office/drawing/2014/main" val="3054293866"/>
                        </a:ext>
                      </a:extLst>
                    </a:gridCol>
                    <a:gridCol w="1193604">
                      <a:extLst>
                        <a:ext uri="{9D8B030D-6E8A-4147-A177-3AD203B41FA5}">
                          <a16:colId xmlns:a16="http://schemas.microsoft.com/office/drawing/2014/main" val="274810100"/>
                        </a:ext>
                      </a:extLst>
                    </a:gridCol>
                    <a:gridCol w="3849624">
                      <a:extLst>
                        <a:ext uri="{9D8B030D-6E8A-4147-A177-3AD203B41FA5}">
                          <a16:colId xmlns:a16="http://schemas.microsoft.com/office/drawing/2014/main" val="160375664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Line width (mil)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6583" t="-3810" r="-418090" b="-2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9898" t="-3810" r="-324490" b="-2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9209" t="-3810" r="-633" b="-24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475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83.3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83053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75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146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3772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089034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11" descr="A green rectangular object with white text&#10;&#10;AI-generated content may be incorrect.">
            <a:extLst>
              <a:ext uri="{FF2B5EF4-FFF2-40B4-BE49-F238E27FC236}">
                <a16:creationId xmlns:a16="http://schemas.microsoft.com/office/drawing/2014/main" id="{2962D266-E7CC-18CF-7DB0-2124DC29D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8" t="36250" r="26852" b="40556"/>
          <a:stretch>
            <a:fillRect/>
          </a:stretch>
        </p:blipFill>
        <p:spPr>
          <a:xfrm>
            <a:off x="6859020" y="359584"/>
            <a:ext cx="4962525" cy="30694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114D3B-5E4B-1A3E-53BE-C60BF5252380}"/>
              </a:ext>
            </a:extLst>
          </p:cNvPr>
          <p:cNvSpPr txBox="1"/>
          <p:nvPr/>
        </p:nvSpPr>
        <p:spPr>
          <a:xfrm>
            <a:off x="8275320" y="3553940"/>
            <a:ext cx="2384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1 Burnt 6 mil trace</a:t>
            </a:r>
          </a:p>
        </p:txBody>
      </p:sp>
    </p:spTree>
    <p:extLst>
      <p:ext uri="{BB962C8B-B14F-4D97-AF65-F5344CB8AC3E}">
        <p14:creationId xmlns:p14="http://schemas.microsoft.com/office/powerpoint/2010/main" val="2748595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502</Words>
  <Application>Microsoft Office PowerPoint</Application>
  <PresentationFormat>Widescreen</PresentationFormat>
  <Paragraphs>79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Wingdings</vt:lpstr>
      <vt:lpstr>Office Theme</vt:lpstr>
      <vt:lpstr>Lab 11 and 12 Report Joseph Abroquah Data Collected: 11/10/2025</vt:lpstr>
      <vt:lpstr>Experiments</vt:lpstr>
      <vt:lpstr>Figures of 4-wire measurement method</vt:lpstr>
      <vt:lpstr>Max current handling capacity</vt:lpstr>
      <vt:lpstr>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Abroquah</dc:creator>
  <cp:lastModifiedBy>Joseph Abroquah</cp:lastModifiedBy>
  <cp:revision>8</cp:revision>
  <dcterms:created xsi:type="dcterms:W3CDTF">2025-10-03T20:37:32Z</dcterms:created>
  <dcterms:modified xsi:type="dcterms:W3CDTF">2025-11-29T22:28:38Z</dcterms:modified>
</cp:coreProperties>
</file>