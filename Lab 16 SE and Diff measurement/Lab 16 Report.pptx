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0BAF0B-8FFD-44D3-82AE-9F3C6BB323CA}" v="27" dt="2025-10-13T04:48:06.7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Abroquah" userId="d13c2c26-2cdf-4ecc-95a2-de6454f49757" providerId="ADAL" clId="{7AECC6F4-6663-4250-8BDB-DF2849F45582}"/>
    <pc:docChg chg="custSel modSld">
      <pc:chgData name="Joseph Abroquah" userId="d13c2c26-2cdf-4ecc-95a2-de6454f49757" providerId="ADAL" clId="{7AECC6F4-6663-4250-8BDB-DF2849F45582}" dt="2025-10-13T04:48:23.765" v="132" actId="478"/>
      <pc:docMkLst>
        <pc:docMk/>
      </pc:docMkLst>
      <pc:sldChg chg="delSp modSp mod">
        <pc:chgData name="Joseph Abroquah" userId="d13c2c26-2cdf-4ecc-95a2-de6454f49757" providerId="ADAL" clId="{7AECC6F4-6663-4250-8BDB-DF2849F45582}" dt="2025-10-13T04:48:22.215" v="131" actId="478"/>
        <pc:sldMkLst>
          <pc:docMk/>
          <pc:sldMk cId="3726653159" sldId="257"/>
        </pc:sldMkLst>
        <pc:spChg chg="mod">
          <ac:chgData name="Joseph Abroquah" userId="d13c2c26-2cdf-4ecc-95a2-de6454f49757" providerId="ADAL" clId="{7AECC6F4-6663-4250-8BDB-DF2849F45582}" dt="2025-10-13T04:31:12.747" v="5" actId="20577"/>
          <ac:spMkLst>
            <pc:docMk/>
            <pc:sldMk cId="3726653159" sldId="257"/>
            <ac:spMk id="2" creationId="{2882BE9B-AD26-B9F1-5256-5E80B0AC4350}"/>
          </ac:spMkLst>
        </pc:spChg>
        <pc:spChg chg="mod">
          <ac:chgData name="Joseph Abroquah" userId="d13c2c26-2cdf-4ecc-95a2-de6454f49757" providerId="ADAL" clId="{7AECC6F4-6663-4250-8BDB-DF2849F45582}" dt="2025-10-13T04:46:35.275" v="83" actId="27636"/>
          <ac:spMkLst>
            <pc:docMk/>
            <pc:sldMk cId="3726653159" sldId="257"/>
            <ac:spMk id="3" creationId="{BE549CF5-CF55-6022-FF40-90810E5FFF69}"/>
          </ac:spMkLst>
        </pc:spChg>
        <pc:spChg chg="mod">
          <ac:chgData name="Joseph Abroquah" userId="d13c2c26-2cdf-4ecc-95a2-de6454f49757" providerId="ADAL" clId="{7AECC6F4-6663-4250-8BDB-DF2849F45582}" dt="2025-10-13T04:32:55.348" v="78" actId="20577"/>
          <ac:spMkLst>
            <pc:docMk/>
            <pc:sldMk cId="3726653159" sldId="257"/>
            <ac:spMk id="5" creationId="{AD53650A-EFB0-74E2-E94B-727B25044C12}"/>
          </ac:spMkLst>
        </pc:spChg>
        <pc:spChg chg="del">
          <ac:chgData name="Joseph Abroquah" userId="d13c2c26-2cdf-4ecc-95a2-de6454f49757" providerId="ADAL" clId="{7AECC6F4-6663-4250-8BDB-DF2849F45582}" dt="2025-10-13T04:45:58.167" v="80" actId="478"/>
          <ac:spMkLst>
            <pc:docMk/>
            <pc:sldMk cId="3726653159" sldId="257"/>
            <ac:spMk id="6" creationId="{2A539AFC-FA34-E866-09C2-0D3FC63ED793}"/>
          </ac:spMkLst>
        </pc:spChg>
        <pc:spChg chg="del">
          <ac:chgData name="Joseph Abroquah" userId="d13c2c26-2cdf-4ecc-95a2-de6454f49757" providerId="ADAL" clId="{7AECC6F4-6663-4250-8BDB-DF2849F45582}" dt="2025-10-13T04:45:58.167" v="80" actId="478"/>
          <ac:spMkLst>
            <pc:docMk/>
            <pc:sldMk cId="3726653159" sldId="257"/>
            <ac:spMk id="7" creationId="{3B7739D4-4FD4-3934-9E96-C464FE98F4F7}"/>
          </ac:spMkLst>
        </pc:spChg>
        <pc:spChg chg="del">
          <ac:chgData name="Joseph Abroquah" userId="d13c2c26-2cdf-4ecc-95a2-de6454f49757" providerId="ADAL" clId="{7AECC6F4-6663-4250-8BDB-DF2849F45582}" dt="2025-10-13T04:45:58.167" v="80" actId="478"/>
          <ac:spMkLst>
            <pc:docMk/>
            <pc:sldMk cId="3726653159" sldId="257"/>
            <ac:spMk id="8" creationId="{08CF76F4-8C25-D9C9-0EE0-C543D80B8D00}"/>
          </ac:spMkLst>
        </pc:spChg>
        <pc:spChg chg="del">
          <ac:chgData name="Joseph Abroquah" userId="d13c2c26-2cdf-4ecc-95a2-de6454f49757" providerId="ADAL" clId="{7AECC6F4-6663-4250-8BDB-DF2849F45582}" dt="2025-10-13T04:45:58.167" v="80" actId="478"/>
          <ac:spMkLst>
            <pc:docMk/>
            <pc:sldMk cId="3726653159" sldId="257"/>
            <ac:spMk id="9" creationId="{9CA96D32-0608-8A77-94E7-ED390E11F6B4}"/>
          </ac:spMkLst>
        </pc:spChg>
        <pc:picChg chg="del">
          <ac:chgData name="Joseph Abroquah" userId="d13c2c26-2cdf-4ecc-95a2-de6454f49757" providerId="ADAL" clId="{7AECC6F4-6663-4250-8BDB-DF2849F45582}" dt="2025-10-13T04:48:22.215" v="131" actId="478"/>
          <ac:picMkLst>
            <pc:docMk/>
            <pc:sldMk cId="3726653159" sldId="257"/>
            <ac:picMk id="4" creationId="{32F2B9E4-E205-E863-9051-6C64913145D4}"/>
          </ac:picMkLst>
        </pc:picChg>
      </pc:sldChg>
      <pc:sldChg chg="delSp modSp mod delAnim modAnim">
        <pc:chgData name="Joseph Abroquah" userId="d13c2c26-2cdf-4ecc-95a2-de6454f49757" providerId="ADAL" clId="{7AECC6F4-6663-4250-8BDB-DF2849F45582}" dt="2025-10-13T04:48:23.765" v="132" actId="478"/>
        <pc:sldMkLst>
          <pc:docMk/>
          <pc:sldMk cId="576262262" sldId="259"/>
        </pc:sldMkLst>
        <pc:spChg chg="mod">
          <ac:chgData name="Joseph Abroquah" userId="d13c2c26-2cdf-4ecc-95a2-de6454f49757" providerId="ADAL" clId="{7AECC6F4-6663-4250-8BDB-DF2849F45582}" dt="2025-10-13T04:47:36.888" v="113" actId="20577"/>
          <ac:spMkLst>
            <pc:docMk/>
            <pc:sldMk cId="576262262" sldId="259"/>
            <ac:spMk id="3" creationId="{BE549CF5-CF55-6022-FF40-90810E5FFF69}"/>
          </ac:spMkLst>
        </pc:spChg>
        <pc:picChg chg="del">
          <ac:chgData name="Joseph Abroquah" userId="d13c2c26-2cdf-4ecc-95a2-de6454f49757" providerId="ADAL" clId="{7AECC6F4-6663-4250-8BDB-DF2849F45582}" dt="2025-10-13T04:48:23.765" v="132" actId="478"/>
          <ac:picMkLst>
            <pc:docMk/>
            <pc:sldMk cId="576262262" sldId="259"/>
            <ac:picMk id="7" creationId="{D137B80E-0737-F2A4-63F1-988FD38CE7EF}"/>
          </ac:picMkLst>
        </pc:picChg>
      </pc:sldChg>
      <pc:sldChg chg="delSp modSp mod delAnim">
        <pc:chgData name="Joseph Abroquah" userId="d13c2c26-2cdf-4ecc-95a2-de6454f49757" providerId="ADAL" clId="{7AECC6F4-6663-4250-8BDB-DF2849F45582}" dt="2025-10-13T04:48:13.952" v="130" actId="1076"/>
        <pc:sldMkLst>
          <pc:docMk/>
          <pc:sldMk cId="233755729" sldId="261"/>
        </pc:sldMkLst>
        <pc:spChg chg="del mod">
          <ac:chgData name="Joseph Abroquah" userId="d13c2c26-2cdf-4ecc-95a2-de6454f49757" providerId="ADAL" clId="{7AECC6F4-6663-4250-8BDB-DF2849F45582}" dt="2025-10-13T04:48:04.661" v="126" actId="478"/>
          <ac:spMkLst>
            <pc:docMk/>
            <pc:sldMk cId="233755729" sldId="261"/>
            <ac:spMk id="12" creationId="{F0487004-3124-ED7A-4B13-5FAE8A398BD1}"/>
          </ac:spMkLst>
        </pc:spChg>
        <pc:spChg chg="del">
          <ac:chgData name="Joseph Abroquah" userId="d13c2c26-2cdf-4ecc-95a2-de6454f49757" providerId="ADAL" clId="{7AECC6F4-6663-4250-8BDB-DF2849F45582}" dt="2025-10-13T04:48:02.516" v="123" actId="478"/>
          <ac:spMkLst>
            <pc:docMk/>
            <pc:sldMk cId="233755729" sldId="261"/>
            <ac:spMk id="13" creationId="{7DBA999B-C125-8AB2-55E6-A195823B803B}"/>
          </ac:spMkLst>
        </pc:spChg>
        <pc:spChg chg="del">
          <ac:chgData name="Joseph Abroquah" userId="d13c2c26-2cdf-4ecc-95a2-de6454f49757" providerId="ADAL" clId="{7AECC6F4-6663-4250-8BDB-DF2849F45582}" dt="2025-10-13T04:47:58.141" v="121" actId="478"/>
          <ac:spMkLst>
            <pc:docMk/>
            <pc:sldMk cId="233755729" sldId="261"/>
            <ac:spMk id="15" creationId="{535CA7F9-E26D-3FCD-023A-A64EAC45E373}"/>
          </ac:spMkLst>
        </pc:spChg>
        <pc:spChg chg="del">
          <ac:chgData name="Joseph Abroquah" userId="d13c2c26-2cdf-4ecc-95a2-de6454f49757" providerId="ADAL" clId="{7AECC6F4-6663-4250-8BDB-DF2849F45582}" dt="2025-10-13T04:47:58.141" v="121" actId="478"/>
          <ac:spMkLst>
            <pc:docMk/>
            <pc:sldMk cId="233755729" sldId="261"/>
            <ac:spMk id="16" creationId="{BE9BC3BB-28CC-2BDF-6300-EF04AC67B5FB}"/>
          </ac:spMkLst>
        </pc:spChg>
        <pc:spChg chg="del">
          <ac:chgData name="Joseph Abroquah" userId="d13c2c26-2cdf-4ecc-95a2-de6454f49757" providerId="ADAL" clId="{7AECC6F4-6663-4250-8BDB-DF2849F45582}" dt="2025-10-13T04:47:58.141" v="121" actId="478"/>
          <ac:spMkLst>
            <pc:docMk/>
            <pc:sldMk cId="233755729" sldId="261"/>
            <ac:spMk id="17" creationId="{4255A9A9-9A2B-E7CD-1F2D-7381BBA06E5D}"/>
          </ac:spMkLst>
        </pc:spChg>
        <pc:spChg chg="del">
          <ac:chgData name="Joseph Abroquah" userId="d13c2c26-2cdf-4ecc-95a2-de6454f49757" providerId="ADAL" clId="{7AECC6F4-6663-4250-8BDB-DF2849F45582}" dt="2025-10-13T04:47:58.141" v="121" actId="478"/>
          <ac:spMkLst>
            <pc:docMk/>
            <pc:sldMk cId="233755729" sldId="261"/>
            <ac:spMk id="21" creationId="{2E0DF2B8-1663-E3A7-790B-A8A4BE91B6B5}"/>
          </ac:spMkLst>
        </pc:spChg>
        <pc:spChg chg="del">
          <ac:chgData name="Joseph Abroquah" userId="d13c2c26-2cdf-4ecc-95a2-de6454f49757" providerId="ADAL" clId="{7AECC6F4-6663-4250-8BDB-DF2849F45582}" dt="2025-10-13T04:47:58.141" v="121" actId="478"/>
          <ac:spMkLst>
            <pc:docMk/>
            <pc:sldMk cId="233755729" sldId="261"/>
            <ac:spMk id="23" creationId="{1DEDB2BD-CE4C-D468-6F8D-E6DD09927ECC}"/>
          </ac:spMkLst>
        </pc:spChg>
        <pc:spChg chg="del">
          <ac:chgData name="Joseph Abroquah" userId="d13c2c26-2cdf-4ecc-95a2-de6454f49757" providerId="ADAL" clId="{7AECC6F4-6663-4250-8BDB-DF2849F45582}" dt="2025-10-13T04:47:58.141" v="121" actId="478"/>
          <ac:spMkLst>
            <pc:docMk/>
            <pc:sldMk cId="233755729" sldId="261"/>
            <ac:spMk id="27" creationId="{1F9B5103-C811-B949-6496-A877376DEDD1}"/>
          </ac:spMkLst>
        </pc:spChg>
        <pc:spChg chg="del">
          <ac:chgData name="Joseph Abroquah" userId="d13c2c26-2cdf-4ecc-95a2-de6454f49757" providerId="ADAL" clId="{7AECC6F4-6663-4250-8BDB-DF2849F45582}" dt="2025-10-13T04:48:03.639" v="124" actId="478"/>
          <ac:spMkLst>
            <pc:docMk/>
            <pc:sldMk cId="233755729" sldId="261"/>
            <ac:spMk id="28" creationId="{2B3C916B-D51A-9FAE-1EF0-8E8CD12DF646}"/>
          </ac:spMkLst>
        </pc:spChg>
        <pc:spChg chg="del">
          <ac:chgData name="Joseph Abroquah" userId="d13c2c26-2cdf-4ecc-95a2-de6454f49757" providerId="ADAL" clId="{7AECC6F4-6663-4250-8BDB-DF2849F45582}" dt="2025-10-13T04:47:58.141" v="121" actId="478"/>
          <ac:spMkLst>
            <pc:docMk/>
            <pc:sldMk cId="233755729" sldId="261"/>
            <ac:spMk id="29" creationId="{F9FC724F-C13B-5292-C179-0D1859EA2D78}"/>
          </ac:spMkLst>
        </pc:spChg>
        <pc:spChg chg="mod">
          <ac:chgData name="Joseph Abroquah" userId="d13c2c26-2cdf-4ecc-95a2-de6454f49757" providerId="ADAL" clId="{7AECC6F4-6663-4250-8BDB-DF2849F45582}" dt="2025-10-13T04:48:13.952" v="130" actId="1076"/>
          <ac:spMkLst>
            <pc:docMk/>
            <pc:sldMk cId="233755729" sldId="261"/>
            <ac:spMk id="30" creationId="{F74F6A8B-3C74-DA12-3279-E8FA76DE8813}"/>
          </ac:spMkLst>
        </pc:spChg>
        <pc:spChg chg="del">
          <ac:chgData name="Joseph Abroquah" userId="d13c2c26-2cdf-4ecc-95a2-de6454f49757" providerId="ADAL" clId="{7AECC6F4-6663-4250-8BDB-DF2849F45582}" dt="2025-10-13T04:47:58.141" v="121" actId="478"/>
          <ac:spMkLst>
            <pc:docMk/>
            <pc:sldMk cId="233755729" sldId="261"/>
            <ac:spMk id="31" creationId="{50D08D70-9B0E-C4CD-9578-1DEFEF62A951}"/>
          </ac:spMkLst>
        </pc:spChg>
        <pc:spChg chg="del">
          <ac:chgData name="Joseph Abroquah" userId="d13c2c26-2cdf-4ecc-95a2-de6454f49757" providerId="ADAL" clId="{7AECC6F4-6663-4250-8BDB-DF2849F45582}" dt="2025-10-13T04:47:58.141" v="121" actId="478"/>
          <ac:spMkLst>
            <pc:docMk/>
            <pc:sldMk cId="233755729" sldId="261"/>
            <ac:spMk id="32" creationId="{94BCA448-B35E-EFEF-F623-D23CAF8EBBF8}"/>
          </ac:spMkLst>
        </pc:spChg>
        <pc:spChg chg="del">
          <ac:chgData name="Joseph Abroquah" userId="d13c2c26-2cdf-4ecc-95a2-de6454f49757" providerId="ADAL" clId="{7AECC6F4-6663-4250-8BDB-DF2849F45582}" dt="2025-10-13T04:47:58.141" v="121" actId="478"/>
          <ac:spMkLst>
            <pc:docMk/>
            <pc:sldMk cId="233755729" sldId="261"/>
            <ac:spMk id="33" creationId="{DEB95FBA-5B86-1F69-E0DB-2C74ED7B560F}"/>
          </ac:spMkLst>
        </pc:spChg>
        <pc:graphicFrameChg chg="del">
          <ac:chgData name="Joseph Abroquah" userId="d13c2c26-2cdf-4ecc-95a2-de6454f49757" providerId="ADAL" clId="{7AECC6F4-6663-4250-8BDB-DF2849F45582}" dt="2025-10-13T04:48:00.566" v="122" actId="478"/>
          <ac:graphicFrameMkLst>
            <pc:docMk/>
            <pc:sldMk cId="233755729" sldId="261"/>
            <ac:graphicFrameMk id="3" creationId="{15FD34ED-ACAD-6E73-F7A4-44501F6BACB6}"/>
          </ac:graphicFrameMkLst>
        </pc:graphicFrameChg>
        <pc:graphicFrameChg chg="del modGraphic">
          <ac:chgData name="Joseph Abroquah" userId="d13c2c26-2cdf-4ecc-95a2-de6454f49757" providerId="ADAL" clId="{7AECC6F4-6663-4250-8BDB-DF2849F45582}" dt="2025-10-13T04:48:00.566" v="122" actId="478"/>
          <ac:graphicFrameMkLst>
            <pc:docMk/>
            <pc:sldMk cId="233755729" sldId="261"/>
            <ac:graphicFrameMk id="4" creationId="{82372512-E18B-0F7A-6956-9A77562482A5}"/>
          </ac:graphicFrameMkLst>
        </pc:graphicFrameChg>
        <pc:graphicFrameChg chg="del">
          <ac:chgData name="Joseph Abroquah" userId="d13c2c26-2cdf-4ecc-95a2-de6454f49757" providerId="ADAL" clId="{7AECC6F4-6663-4250-8BDB-DF2849F45582}" dt="2025-10-13T04:48:00.566" v="122" actId="478"/>
          <ac:graphicFrameMkLst>
            <pc:docMk/>
            <pc:sldMk cId="233755729" sldId="261"/>
            <ac:graphicFrameMk id="5" creationId="{3B750DDE-E44A-DD69-BD62-D0411930B205}"/>
          </ac:graphicFrameMkLst>
        </pc:graphicFrameChg>
        <pc:picChg chg="del">
          <ac:chgData name="Joseph Abroquah" userId="d13c2c26-2cdf-4ecc-95a2-de6454f49757" providerId="ADAL" clId="{7AECC6F4-6663-4250-8BDB-DF2849F45582}" dt="2025-10-13T04:47:52.728" v="116" actId="478"/>
          <ac:picMkLst>
            <pc:docMk/>
            <pc:sldMk cId="233755729" sldId="261"/>
            <ac:picMk id="35" creationId="{17D7F0FC-9D6C-A046-9D93-EC6B8FA3A981}"/>
          </ac:picMkLst>
        </pc:picChg>
        <pc:picChg chg="del">
          <ac:chgData name="Joseph Abroquah" userId="d13c2c26-2cdf-4ecc-95a2-de6454f49757" providerId="ADAL" clId="{7AECC6F4-6663-4250-8BDB-DF2849F45582}" dt="2025-10-13T04:47:51.688" v="114" actId="478"/>
          <ac:picMkLst>
            <pc:docMk/>
            <pc:sldMk cId="233755729" sldId="261"/>
            <ac:picMk id="38" creationId="{33E363F4-F7D9-CB81-BE17-11D3D1F858B4}"/>
          </ac:picMkLst>
        </pc:picChg>
        <pc:picChg chg="del">
          <ac:chgData name="Joseph Abroquah" userId="d13c2c26-2cdf-4ecc-95a2-de6454f49757" providerId="ADAL" clId="{7AECC6F4-6663-4250-8BDB-DF2849F45582}" dt="2025-10-13T04:47:52.273" v="115" actId="478"/>
          <ac:picMkLst>
            <pc:docMk/>
            <pc:sldMk cId="233755729" sldId="261"/>
            <ac:picMk id="40" creationId="{0C244519-2E6D-3241-6804-AF5BEA1F80E0}"/>
          </ac:picMkLst>
        </pc:picChg>
        <pc:picChg chg="del">
          <ac:chgData name="Joseph Abroquah" userId="d13c2c26-2cdf-4ecc-95a2-de6454f49757" providerId="ADAL" clId="{7AECC6F4-6663-4250-8BDB-DF2849F45582}" dt="2025-10-13T04:47:53.264" v="117" actId="478"/>
          <ac:picMkLst>
            <pc:docMk/>
            <pc:sldMk cId="233755729" sldId="261"/>
            <ac:picMk id="42" creationId="{8AFCB972-6413-B076-89E9-CBCA3FA3D295}"/>
          </ac:picMkLst>
        </pc:picChg>
        <pc:picChg chg="del">
          <ac:chgData name="Joseph Abroquah" userId="d13c2c26-2cdf-4ecc-95a2-de6454f49757" providerId="ADAL" clId="{7AECC6F4-6663-4250-8BDB-DF2849F45582}" dt="2025-10-13T04:47:53.696" v="118" actId="478"/>
          <ac:picMkLst>
            <pc:docMk/>
            <pc:sldMk cId="233755729" sldId="261"/>
            <ac:picMk id="45" creationId="{AF821FF7-DFFD-64F2-E3CB-B73E771C6CD8}"/>
          </ac:picMkLst>
        </pc:picChg>
        <pc:picChg chg="del">
          <ac:chgData name="Joseph Abroquah" userId="d13c2c26-2cdf-4ecc-95a2-de6454f49757" providerId="ADAL" clId="{7AECC6F4-6663-4250-8BDB-DF2849F45582}" dt="2025-10-13T04:47:54.350" v="119" actId="478"/>
          <ac:picMkLst>
            <pc:docMk/>
            <pc:sldMk cId="233755729" sldId="261"/>
            <ac:picMk id="49" creationId="{D98EE3D6-9145-3DCC-DA8A-30505B2B8F6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14575-FB9C-5F59-BD62-F3B998532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1851D-FF54-8EAA-433D-618D271D2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E78CC-F46A-FBF2-F5E8-0DD1940F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4F9C2-AF41-F836-C3A6-0E485201C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5B1B5-E57F-FF0B-D356-EFDF67791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2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80C4E-3EEF-E4E6-C665-FFF48D69C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EF8A8-A383-1067-B9B9-033FB43AE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30599-5A4D-7B6A-C618-481F7C6A6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ADD4B-42E1-B1FB-1D42-85ABE351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C81B6-BF3B-CAFF-2685-ED346527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9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30629-640D-6EB3-B427-BF009A7AB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1B73F-614D-D3A8-4BF5-FE04221AD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5472D-E9DC-5DFC-4892-590CB08B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7431C-F7E5-ECAE-B76E-47CA05C7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888D0-9A44-5388-E8EA-4BC48883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CC2F-C555-1F12-782F-36382E2E8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3E054-4CF8-5E78-BD58-553B1A20A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72309-7401-D902-62AB-99B91568D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73834-0B87-73C7-E42D-1F69267C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91E08-5A88-A4EB-D375-3AD51C10F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9AB1A-AADA-B181-5CF0-389D372B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72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592ED-FE74-FB99-A820-E5E71F22A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09C23-DD46-853A-B765-E30A0BA43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81773-56E5-EC47-C3C7-615E84819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B7FB2-8727-C4B7-E7E2-0FB88214B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A1DDB1-3B36-9CF7-BBB0-B5409B016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CAE41-E448-DD63-D3FC-758CA006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9CC838-F1DE-675E-7185-FF0A8C93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84E138-6E07-F03F-C422-ACD08468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2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1A663-DC70-8CB6-D36F-6CD48DE32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A73564-87CD-B05F-4065-A146263B5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B0A3B4-7C63-CD00-9ADE-C569A8F7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92ACD-9ABD-79A2-2B06-65383AA8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7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AFD614-66FF-3BF8-B82D-2AF5184D8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A90530-701B-AA54-2963-4C339ADB5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73E6A-1B1A-8282-DA86-685489D8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52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7FCB9-4615-54D1-813D-D54FBB73E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3CD2F-9A19-13E5-9150-902E46575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0148E-2125-3A38-E60F-D865944DD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3AF34-5168-AEA1-F524-1C0B7374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9014E-8BB9-2CFA-2E49-5AF4698F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68E04-A394-2221-A9E5-EC0C7A1E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83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C4107-5DAE-8AE4-294D-FCCD2BE2A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A8A804-9FF4-C305-7814-8A535D6D6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00927-6F7A-B2B0-F91C-104ED122F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F0EB8-E746-05B2-99C0-875A85D2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8A1FF-4543-6E34-C65A-B1CAE341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AA093-FD01-3F37-8884-4EA8205B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84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90E6-3457-78AD-E8D8-814695DAE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595C8-8A77-8687-9E30-2DE86522A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4FBA1-0A1D-9E26-6E5B-C527FEA8F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B9C73-AFE9-8E87-E851-5D937784D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E6466-2659-00E1-D908-0B1E3EC9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80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650880-CE94-58E4-135E-9CEC68506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FCCB50-40DF-3DB9-42C5-23F6B0D45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AD90C-1BCE-7268-891D-C916A598C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E9C52-79C7-AA77-8727-42725F81A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1ED67-5F2C-8211-817D-79ED98E7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47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42FA86-1E14-68C7-80EA-869334B9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7846D-FE29-54B6-9ACC-D88D45556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38161-E4FA-E4A6-47FA-00A975EDA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4B094-7078-497B-B5B9-5D504570C2B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03709-EF1A-5FD3-4CDB-0D0C46F10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FC11F-473C-31CF-1197-59531EA2D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09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2BE9B-AD26-B9F1-5256-5E80B0AC4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041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Lab 16 Findings</a:t>
            </a:r>
            <a:br>
              <a:rPr lang="en-US" sz="3600" dirty="0"/>
            </a:br>
            <a:r>
              <a:rPr lang="en-US" sz="3600" dirty="0"/>
              <a:t>Joseph Abroquah</a:t>
            </a:r>
            <a:br>
              <a:rPr lang="en-US" sz="3600" dirty="0"/>
            </a:br>
            <a:r>
              <a:rPr lang="en-US" sz="3600" dirty="0"/>
              <a:t>Data Collected: 10/22/2025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49CF5-CF55-6022-FF40-90810E5FF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15877"/>
            <a:ext cx="6923167" cy="3971712"/>
          </a:xfrm>
        </p:spPr>
        <p:txBody>
          <a:bodyPr>
            <a:normAutofit/>
          </a:bodyPr>
          <a:lstStyle/>
          <a:p>
            <a:r>
              <a:rPr lang="en-US" u="sng" dirty="0"/>
              <a:t>POR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Temperature sensor serves as a voltage source.</a:t>
            </a:r>
          </a:p>
          <a:p>
            <a:pPr lvl="1"/>
            <a:r>
              <a:rPr lang="en-US" dirty="0"/>
              <a:t>Power the board and the sensor with 5V from the Arduino.</a:t>
            </a:r>
          </a:p>
          <a:p>
            <a:pPr lvl="1"/>
            <a:r>
              <a:rPr lang="en-US" dirty="0"/>
              <a:t>Add noise to the ground path via a function generator.</a:t>
            </a:r>
          </a:p>
          <a:p>
            <a:pPr lvl="1"/>
            <a:r>
              <a:rPr lang="en-US" dirty="0"/>
              <a:t>Observe the difference between a differential and a common signal measurement.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53650A-EFB0-74E2-E94B-727B25044C12}"/>
              </a:ext>
            </a:extLst>
          </p:cNvPr>
          <p:cNvSpPr txBox="1">
            <a:spLocks/>
          </p:cNvSpPr>
          <p:nvPr/>
        </p:nvSpPr>
        <p:spPr>
          <a:xfrm>
            <a:off x="0" y="1531105"/>
            <a:ext cx="12054348" cy="1476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/>
              <a:t>Goal</a:t>
            </a:r>
            <a:r>
              <a:rPr lang="en-US" dirty="0"/>
              <a:t>:  compare analog signal measurements from a temperature sensor using a single ended and differential pair measurement</a:t>
            </a:r>
          </a:p>
        </p:txBody>
      </p:sp>
      <p:pic>
        <p:nvPicPr>
          <p:cNvPr id="12" name="Picture 11" descr="A circuit board with wires&#10;&#10;AI-generated content may be incorrect.">
            <a:extLst>
              <a:ext uri="{FF2B5EF4-FFF2-40B4-BE49-F238E27FC236}">
                <a16:creationId xmlns:a16="http://schemas.microsoft.com/office/drawing/2014/main" id="{7549376D-EDF7-6652-E55D-DCA235C21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60" t="4421"/>
          <a:stretch>
            <a:fillRect/>
          </a:stretch>
        </p:blipFill>
        <p:spPr>
          <a:xfrm rot="16200000" flipV="1">
            <a:off x="8080718" y="1353265"/>
            <a:ext cx="2816079" cy="513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653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278B1-0184-9C30-E914-E1FBA18B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26FA3-B7FC-FE7A-9782-52600E6BD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32" y="282832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1642B-0C70-5D05-4A6F-F14790748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62770"/>
            <a:ext cx="6415057" cy="5109276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configuration for the single-ended measurement shows that the two grounds are connected through a long trace that has a small resistance. When current flows, a voltage drop appears between the two grounds. This noise is taken up into the measurement. So, this configuration is sensitive to noise.</a:t>
            </a:r>
          </a:p>
          <a:p>
            <a:pPr algn="just"/>
            <a:r>
              <a:rPr lang="en-US" sz="2000" dirty="0"/>
              <a:t>On the hand, the differential configuration is immune to common-mode ground noise because it has one local ground reference, so ground noise from the trace is not detected.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F27404-DE51-2392-4049-1C65EF3A0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470" y="768566"/>
            <a:ext cx="5654530" cy="49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7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ADADE-C9F6-BCC8-B8EC-43FB2B3F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83C66-C88F-4CDD-2D08-1E9020BD1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71" y="14350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531E-8548-017B-4EAF-684993C73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9051"/>
            <a:ext cx="6710297" cy="5109276"/>
          </a:xfrm>
        </p:spPr>
        <p:txBody>
          <a:bodyPr>
            <a:normAutofit/>
          </a:bodyPr>
          <a:lstStyle/>
          <a:p>
            <a:r>
              <a:rPr lang="en-US" sz="2400" dirty="0"/>
              <a:t>Without noise added to ground, single-ended and differential readings were nearly identical.</a:t>
            </a:r>
          </a:p>
          <a:p>
            <a:r>
              <a:rPr lang="en-US" sz="2400" dirty="0"/>
              <a:t>When a sinusoidal noise function was injected into the ground return path, there differential channel showed no measurable noise while single-ended channel showed around 8mV p-p noise.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E620E2-F6A2-9910-75E3-28AD0EB6C421}"/>
              </a:ext>
            </a:extLst>
          </p:cNvPr>
          <p:cNvSpPr txBox="1">
            <a:spLocks/>
          </p:cNvSpPr>
          <p:nvPr/>
        </p:nvSpPr>
        <p:spPr>
          <a:xfrm>
            <a:off x="240671" y="3429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Key Findings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660D12C-F08D-28F7-C69E-D95F2DF04E15}"/>
              </a:ext>
            </a:extLst>
          </p:cNvPr>
          <p:cNvSpPr txBox="1">
            <a:spLocks/>
          </p:cNvSpPr>
          <p:nvPr/>
        </p:nvSpPr>
        <p:spPr>
          <a:xfrm>
            <a:off x="0" y="4432140"/>
            <a:ext cx="6469626" cy="2411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Single-ended measurement will be more sensitive to noise on the ground line while the differential measurement will not be sensitive to the noise.</a:t>
            </a:r>
          </a:p>
          <a:p>
            <a:r>
              <a:rPr lang="en-US" sz="2000" dirty="0"/>
              <a:t>Single-ended measurement is not reliable for noise systems.</a:t>
            </a:r>
          </a:p>
          <a:p>
            <a:r>
              <a:rPr lang="en-US" sz="2000" dirty="0"/>
              <a:t>Differential measurement takes more space as it requires more wiring.</a:t>
            </a:r>
          </a:p>
        </p:txBody>
      </p:sp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C11ADB0C-DA96-310C-7973-7DE0DB230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297" y="172602"/>
            <a:ext cx="5318353" cy="3157131"/>
          </a:xfrm>
          <a:prstGeom prst="rect">
            <a:avLst/>
          </a:prstGeom>
        </p:spPr>
      </p:pic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319754A-80A6-636C-148B-3386A63DB3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403" y="3577615"/>
            <a:ext cx="5065927" cy="302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74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250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Lab 16 Findings Joseph Abroquah Data Collected: 10/22/2025</vt:lpstr>
      <vt:lpstr>Results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Abroquah</dc:creator>
  <cp:lastModifiedBy>Joseph Abroquah</cp:lastModifiedBy>
  <cp:revision>6</cp:revision>
  <dcterms:created xsi:type="dcterms:W3CDTF">2025-10-03T20:37:32Z</dcterms:created>
  <dcterms:modified xsi:type="dcterms:W3CDTF">2025-10-29T21:52:14Z</dcterms:modified>
</cp:coreProperties>
</file>