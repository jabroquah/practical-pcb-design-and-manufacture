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Abroquah" userId="d13c2c26-2cdf-4ecc-95a2-de6454f49757" providerId="ADAL" clId="{E766A4BE-0378-4775-B47B-5C1D12988405}"/>
    <pc:docChg chg="undo custSel modSld">
      <pc:chgData name="Joseph Abroquah" userId="d13c2c26-2cdf-4ecc-95a2-de6454f49757" providerId="ADAL" clId="{E766A4BE-0378-4775-B47B-5C1D12988405}" dt="2025-11-29T06:49:55.272" v="47" actId="20577"/>
      <pc:docMkLst>
        <pc:docMk/>
      </pc:docMkLst>
      <pc:sldChg chg="modSp mod">
        <pc:chgData name="Joseph Abroquah" userId="d13c2c26-2cdf-4ecc-95a2-de6454f49757" providerId="ADAL" clId="{E766A4BE-0378-4775-B47B-5C1D12988405}" dt="2025-11-29T06:49:55.272" v="47" actId="20577"/>
        <pc:sldMkLst>
          <pc:docMk/>
          <pc:sldMk cId="3726653159" sldId="257"/>
        </pc:sldMkLst>
        <pc:spChg chg="mod">
          <ac:chgData name="Joseph Abroquah" userId="d13c2c26-2cdf-4ecc-95a2-de6454f49757" providerId="ADAL" clId="{E766A4BE-0378-4775-B47B-5C1D12988405}" dt="2025-11-29T06:49:55.272" v="47" actId="20577"/>
          <ac:spMkLst>
            <pc:docMk/>
            <pc:sldMk cId="3726653159" sldId="257"/>
            <ac:spMk id="2" creationId="{2882BE9B-AD26-B9F1-5256-5E80B0AC43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4575-FB9C-5F59-BD62-F3B998532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1851D-FF54-8EAA-433D-618D271D2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E78CC-F46A-FBF2-F5E8-0DD1940F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4F9C2-AF41-F836-C3A6-0E485201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5B1B5-E57F-FF0B-D356-EFDF6779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2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0C4E-3EEF-E4E6-C665-FFF48D69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F8A8-A383-1067-B9B9-033FB43A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0599-5A4D-7B6A-C618-481F7C6A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ADD4B-42E1-B1FB-1D42-85ABE351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81B6-BF3B-CAFF-2685-ED346527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0629-640D-6EB3-B427-BF009A7A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B73F-614D-D3A8-4BF5-FE04221AD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472D-E9DC-5DFC-4892-590CB08B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431C-F7E5-ECAE-B76E-47CA05C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888D0-9A44-5388-E8EA-4BC48883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CC2F-C555-1F12-782F-36382E2E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054-4CF8-5E78-BD58-553B1A20A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72309-7401-D902-62AB-99B91568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3834-0B87-73C7-E42D-1F69267C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91E08-5A88-A4EB-D375-3AD51C10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9AB1A-AADA-B181-5CF0-389D372B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92ED-FE74-FB99-A820-E5E71F22A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9C23-DD46-853A-B765-E30A0BA4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81773-56E5-EC47-C3C7-615E84819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B7FB2-8727-C4B7-E7E2-0FB88214B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1DDB1-3B36-9CF7-BBB0-B5409B01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CAE41-E448-DD63-D3FC-758CA006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CC838-F1DE-675E-7185-FF0A8C93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4E138-6E07-F03F-C422-ACD08468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663-DC70-8CB6-D36F-6CD48DE3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73564-87CD-B05F-4065-A146263B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0A3B4-7C63-CD00-9ADE-C569A8F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92ACD-9ABD-79A2-2B06-65383AA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FD614-66FF-3BF8-B82D-2AF5184D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90530-701B-AA54-2963-4C339ADB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3E6A-1B1A-8282-DA86-685489D8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5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FCB9-4615-54D1-813D-D54FBB7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CD2F-9A19-13E5-9150-902E4657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148E-2125-3A38-E60F-D865944DD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3AF34-5168-AEA1-F524-1C0B7374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9014E-8BB9-2CFA-2E49-5AF4698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68E04-A394-2221-A9E5-EC0C7A1E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8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4107-5DAE-8AE4-294D-FCCD2BE2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8A804-9FF4-C305-7814-8A535D6D6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00927-6F7A-B2B0-F91C-104ED122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0EB8-E746-05B2-99C0-875A85D2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8A1FF-4543-6E34-C65A-B1CAE341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AA093-FD01-3F37-8884-4EA8205B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8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0E6-3457-78AD-E8D8-814695DA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595C8-8A77-8687-9E30-2DE86522A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FBA1-0A1D-9E26-6E5B-C527FEA8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B9C73-AFE9-8E87-E851-5D937784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6466-2659-00E1-D908-0B1E3EC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8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50880-CE94-58E4-135E-9CEC68506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CCB50-40DF-3DB9-42C5-23F6B0D45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AD90C-1BCE-7268-891D-C916A598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E9C52-79C7-AA77-8727-42725F81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ED67-5F2C-8211-817D-79ED98E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2FA86-1E14-68C7-80EA-869334B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7846D-FE29-54B6-9ACC-D88D4555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8161-E4FA-E4A6-47FA-00A975EDA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03709-EF1A-5FD3-4CDB-0D0C46F10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FC11F-473C-31CF-1197-59531EA2D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BE9B-AD26-B9F1-5256-5E80B0AC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4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16 Findings</a:t>
            </a:r>
            <a:br>
              <a:rPr lang="en-US" sz="3600" dirty="0"/>
            </a:br>
            <a:r>
              <a:rPr lang="en-US" sz="3600" dirty="0"/>
              <a:t>Joseph Abroquah</a:t>
            </a:r>
            <a:br>
              <a:rPr lang="en-US" sz="3600" dirty="0"/>
            </a:br>
            <a:r>
              <a:rPr lang="en-US" sz="3600" dirty="0"/>
              <a:t>Data Collected: 11/03/2025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9CF5-CF55-6022-FF40-90810E5F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49277"/>
            <a:ext cx="6619015" cy="3307784"/>
          </a:xfrm>
        </p:spPr>
        <p:txBody>
          <a:bodyPr>
            <a:normAutofit lnSpcReduction="10000"/>
          </a:bodyPr>
          <a:lstStyle/>
          <a:p>
            <a:r>
              <a:rPr lang="en-US" u="sng" dirty="0"/>
              <a:t>POR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Install Adafruit_MCP4725 to code the DAC</a:t>
            </a:r>
          </a:p>
          <a:p>
            <a:pPr lvl="1"/>
            <a:r>
              <a:rPr lang="en-US" dirty="0"/>
              <a:t>Power the ADC, DAC and </a:t>
            </a:r>
            <a:r>
              <a:rPr lang="en-US" dirty="0" err="1"/>
              <a:t>opAmp</a:t>
            </a:r>
            <a:r>
              <a:rPr lang="en-US" dirty="0"/>
              <a:t> with 5V from the Arduino</a:t>
            </a:r>
          </a:p>
          <a:p>
            <a:pPr lvl="1"/>
            <a:r>
              <a:rPr lang="en-US" dirty="0"/>
              <a:t>Take measurements of known VRM</a:t>
            </a:r>
          </a:p>
          <a:p>
            <a:pPr lvl="2"/>
            <a:r>
              <a:rPr lang="en-US" dirty="0"/>
              <a:t>Function generator</a:t>
            </a:r>
          </a:p>
          <a:p>
            <a:pPr lvl="1"/>
            <a:r>
              <a:rPr lang="en-US" dirty="0"/>
              <a:t>Take measurement of unknown VRM</a:t>
            </a:r>
          </a:p>
          <a:p>
            <a:pPr lvl="2"/>
            <a:r>
              <a:rPr lang="en-US" dirty="0"/>
              <a:t>5V from Arduino</a:t>
            </a:r>
          </a:p>
          <a:p>
            <a:pPr lvl="2"/>
            <a:r>
              <a:rPr lang="en-US" dirty="0"/>
              <a:t>3.3 from Arduino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53650A-EFB0-74E2-E94B-727B25044C12}"/>
              </a:ext>
            </a:extLst>
          </p:cNvPr>
          <p:cNvSpPr txBox="1">
            <a:spLocks/>
          </p:cNvSpPr>
          <p:nvPr/>
        </p:nvSpPr>
        <p:spPr>
          <a:xfrm>
            <a:off x="0" y="1531105"/>
            <a:ext cx="6836181" cy="147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/>
              <a:t>Goal</a:t>
            </a:r>
            <a:r>
              <a:rPr lang="en-US" sz="2400" dirty="0"/>
              <a:t>:  build a solderless breadboard of an instrument droid that characterize any voltage source using Thevenin voltage and Thevenin resistance as a function of output current </a:t>
            </a:r>
          </a:p>
          <a:p>
            <a:endParaRPr lang="en-US" sz="2400" dirty="0"/>
          </a:p>
        </p:txBody>
      </p:sp>
      <p:pic>
        <p:nvPicPr>
          <p:cNvPr id="8" name="Picture 7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10F58A1C-7A2C-FA25-A402-9FD0C13E9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0" t="6367" r="26208" b="15831"/>
          <a:stretch>
            <a:fillRect/>
          </a:stretch>
        </p:blipFill>
        <p:spPr>
          <a:xfrm rot="16200000">
            <a:off x="7917109" y="2659057"/>
            <a:ext cx="3020346" cy="5335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C155A3-BCF4-6FFE-43F4-AA9C7867A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15" y="282832"/>
            <a:ext cx="5305153" cy="32154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4F49C5-F013-AAE8-CCE3-02288ADC52AF}"/>
              </a:ext>
            </a:extLst>
          </p:cNvPr>
          <p:cNvSpPr txBox="1"/>
          <p:nvPr/>
        </p:nvSpPr>
        <p:spPr>
          <a:xfrm>
            <a:off x="7069394" y="550606"/>
            <a:ext cx="125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Schematic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EC814-7DF2-8A8A-715A-0AC15AC5E99E}"/>
              </a:ext>
            </a:extLst>
          </p:cNvPr>
          <p:cNvSpPr txBox="1"/>
          <p:nvPr/>
        </p:nvSpPr>
        <p:spPr>
          <a:xfrm>
            <a:off x="9109587" y="6287729"/>
            <a:ext cx="134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SSB version</a:t>
            </a:r>
          </a:p>
        </p:txBody>
      </p:sp>
    </p:spTree>
    <p:extLst>
      <p:ext uri="{BB962C8B-B14F-4D97-AF65-F5344CB8AC3E}">
        <p14:creationId xmlns:p14="http://schemas.microsoft.com/office/powerpoint/2010/main" val="372665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78B1-0184-9C30-E914-E1FBA18B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6FA3-B7FC-FE7A-9782-52600E6B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2" y="28283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787564-1B1E-B6EF-73B3-BCF3F1F57366}"/>
                  </a:ext>
                </a:extLst>
              </p:cNvPr>
              <p:cNvSpPr txBox="1"/>
              <p:nvPr/>
            </p:nvSpPr>
            <p:spPr>
              <a:xfrm>
                <a:off x="267833" y="1496855"/>
                <a:ext cx="6228218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code gradually increases the load current in steps, measures the loaded output voltage and current through the sense resistor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function outputs the current, the loaded voltage and the Thevenin voltage and resistance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measurement plot for 5 V and 3.3 V from the Arduino is shown in Fig. 1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the 3.3 V supply, the Thevenin resistance is about 0.4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and it’s about 1.1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for the 5 V supply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Fig. 2 shows the Thevenin resistance of the scope which is 50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as expected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sz="3600" dirty="0"/>
                  <a:t>Summary</a:t>
                </a: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intelligent solderless breadboard system is designed to characterize any voltage source by measuring their Thevenin voltage and resistance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787564-1B1E-B6EF-73B3-BCF3F1F57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33" y="1496855"/>
                <a:ext cx="6228218" cy="5355312"/>
              </a:xfrm>
              <a:prstGeom prst="rect">
                <a:avLst/>
              </a:prstGeom>
              <a:blipFill>
                <a:blip r:embed="rId2"/>
                <a:stretch>
                  <a:fillRect l="-3033" t="-569" r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72CC8CDC-CF5F-85D5-8681-21DD8858F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85" y="378082"/>
            <a:ext cx="4671591" cy="31544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E9CA1A-37B4-7A9D-E1D3-51D860F87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588" y="3715158"/>
            <a:ext cx="4671591" cy="30900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858636F-0D73-20E4-4286-73E8B03DA3CC}"/>
              </a:ext>
            </a:extLst>
          </p:cNvPr>
          <p:cNvSpPr txBox="1"/>
          <p:nvPr/>
        </p:nvSpPr>
        <p:spPr>
          <a:xfrm>
            <a:off x="8022532" y="133348"/>
            <a:ext cx="256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Arduino Power Supply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288A3E-D31F-99A7-9930-A4F3BDE7198B}"/>
              </a:ext>
            </a:extLst>
          </p:cNvPr>
          <p:cNvSpPr txBox="1"/>
          <p:nvPr/>
        </p:nvSpPr>
        <p:spPr>
          <a:xfrm>
            <a:off x="8022532" y="4072507"/>
            <a:ext cx="3009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Scope Function Generator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E0BA4E-CD15-61CD-350B-C22BD77856C1}"/>
              </a:ext>
            </a:extLst>
          </p:cNvPr>
          <p:cNvSpPr txBox="1"/>
          <p:nvPr/>
        </p:nvSpPr>
        <p:spPr>
          <a:xfrm>
            <a:off x="7397496" y="132399"/>
            <a:ext cx="77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AB1F3C-D58A-7280-E2F3-9317F74C4F50}"/>
              </a:ext>
            </a:extLst>
          </p:cNvPr>
          <p:cNvSpPr txBox="1"/>
          <p:nvPr/>
        </p:nvSpPr>
        <p:spPr>
          <a:xfrm>
            <a:off x="7354789" y="4072507"/>
            <a:ext cx="77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2.</a:t>
            </a:r>
          </a:p>
        </p:txBody>
      </p:sp>
    </p:spTree>
    <p:extLst>
      <p:ext uri="{BB962C8B-B14F-4D97-AF65-F5344CB8AC3E}">
        <p14:creationId xmlns:p14="http://schemas.microsoft.com/office/powerpoint/2010/main" val="19667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209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Lab 16 Findings Joseph Abroquah Data Collected: 11/03/2025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Abroquah</dc:creator>
  <cp:lastModifiedBy>Joseph Abroquah</cp:lastModifiedBy>
  <cp:revision>7</cp:revision>
  <dcterms:created xsi:type="dcterms:W3CDTF">2025-10-03T20:37:32Z</dcterms:created>
  <dcterms:modified xsi:type="dcterms:W3CDTF">2025-11-29T06:50:05Z</dcterms:modified>
</cp:coreProperties>
</file>